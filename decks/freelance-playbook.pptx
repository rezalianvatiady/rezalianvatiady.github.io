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freelance delivery playbook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scraping, BI, and AI automation - delivered worldwide via Upwork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take 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scraping and data collection pipelines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and analytics: dashboards, reconciliation, reporting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automation: agents, document workflows, local-first LLM systems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Frameworks behind it: ODIS (4,305 LOC) and Web Scraping Toolkit (4,398 LOC), open source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one decides the project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the client will make with the data - written down first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criteria as measurable checks, not vibes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profiled: quirks, cadence, edge cases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scope is fuzzy, the first deliverable is clarity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Validation-first builds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run validates row counts, schema, and sanity ranges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logs: fetched, skipped, doubted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reported loudly - never silently retried into fiction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Partial delivery with honest warnings beats silent perfectionism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cadence clients can set clocks by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written updates on a fixed rhythm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attached to every claim - links, files, screenshots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Bad news travels first and fast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place where every deliverable lives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HANDOVER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ending is not needing me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a new hire can follow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Runbooks next to the pipelines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stays where the client decides it should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offered, never forced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discipline as my own company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gates: golden path, zero dead flows, evidence required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stack that ships 30+ apps also ships client work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BI background: four countries, one datalake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worldwide via Upwork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Hire discipline, not tools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expire. Validation, honesty, and handover compound.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Freelance Delivery Playbook: Data and AI Projects Worldwide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