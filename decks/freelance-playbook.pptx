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incidents (illustrative)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Markup drift</c:v>
                  </c:pt>
                  <c:pt idx="1">
                    <c:v>Anti-bot walls</c:v>
                  </c:pt>
                  <c:pt idx="2">
                    <c:v>Silent empty results</c:v>
                  </c:pt>
                  <c:pt idx="3">
                    <c:v>Rate-limit collisions</c:v>
                  </c:pt>
                  <c:pt idx="4">
                    <c:v>Environment drift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Scope clarity (illustrative index)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  <c:pt idx="4">
                    <c:v>Week 5</c:v>
                  </c:pt>
                  <c:pt idx="5">
                    <c:v>Week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6</c:v>
                </c:pt>
                <c:pt idx="2">
                  <c:v>8</c:v>
                </c:pt>
                <c:pt idx="3">
                  <c:v>9</c:v>
                </c:pt>
                <c:pt idx="4">
                  <c:v>9</c:v>
                </c:pt>
                <c:pt idx="5">
                  <c:v>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Open surprises (illustrative index)</c:v>
                </c:pt>
              </c:strCache>
            </c:strRef>
          </c:tx>
          <c:spPr>
            <a:solidFill>
              <a:srgbClr val="06B6D4"/>
            </a:solidFill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  <c:pt idx="4">
                    <c:v>Week 5</c:v>
                  </c:pt>
                  <c:pt idx="5">
                    <c:v>Week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</c:v>
                </c:pt>
                <c:pt idx="1">
                  <c:v>5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Build &amp; automation</c:v>
                </c:pt>
                <c:pt idx="1">
                  <c:v>Validation &amp; QA</c:v>
                </c:pt>
                <c:pt idx="2">
                  <c:v>Scoping &amp; definitions</c:v>
                </c:pt>
                <c:pt idx="3">
                  <c:v>Docs &amp; handover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firstSliceAng val="0"/>
        <c:holeSize val="62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SERVICES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Freelance Delivery Playbook: Data and AI Projects Worldwide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402336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 discipline for scraping, BI, and AI automation clients - from scoping call to handover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44068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961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356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take on - and the open-source frameworks behind it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one: scoping that decides the project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68680" y="3977640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776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35608" y="3922776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Validation-first delivery and honest communication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3550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220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Handover: the best ending is not needing me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3550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220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start: a scoping call, not a sales pitch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take on - and what powers it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scraping and data collection: market monitoring, price tracking, and research pipelines that survive the real web.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and analytics: dashboards, reconciliation, and reporting built on Qlik Sense, Tableau, SQL, and Alteryx.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automation: agents, document workflows, and local-first LLM systems that keep sensitive data on your machine.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frameworks behind it are open source: ODIS (4,305 LOC) and the Web Scraping Toolkit (4,398 LOC).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 worldwide via Upwork - code, data, and documentation always land in your hands.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 RECORD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record behind the playbook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Scrapers shipped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ODIS plus 10 WST, documented in the public portfolio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2044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8.7K+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code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0332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open-source frameworks any client can audit before hiring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countries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operations for Indonesia, Taiwan, Hong Kong, and Macau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10/10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Templates verified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09828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scraping toolkit template tested against live targets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Track record from the live portfolio - inspect it before we even talk.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 LOOP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every project runs, regardless of size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02056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02056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and its success criteria get written down before any code.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2726284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78328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78328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 mapped for quirks, cadence, edge cases, and polite collection.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4902556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54600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54600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Validation-first pipelines with structured logs and loud failures.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078828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30872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430872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attached to every claim: files, logs, links, screenshots.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9255100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7144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607144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 and runbooks that make your team independent of me.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is the same for a two-week scrape and a multi-month BI build - only the depth changes.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YOU GET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Services, deliverables, and what you own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Deliverable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Built 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own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 scraping &amp; collection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Validated pipelines with readable run logs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 Scraping Toolkit, Playwright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Code, data, and schedule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 &amp; analytics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Dashboards, reconciliation, reporting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Qlik Sense, Tableau, SQL, Alteryx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Definitions registry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automation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Agents and document workflows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Python, FastAPI, Ollama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full local stack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engineering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ETL with built-in quality checks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Python, DuckDB, PostgreSQL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Pipelines and documentation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black boxes: everything I build, you can run, read, and extend without me.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one decides the project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the client will make with the data gets written down first - analysis without a decision is trivia.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 criteria are defined as measurable checks: row counts, schema, sanity ranges - not vibes.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source gets profiled: quirks, cadence, edge cases, and the polite way to collect from it.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scope is fuzzy, the first deliverable is clarity - a fixed written scope, not a running bill.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most expensive bug in freelancing is building the right answer to the wrong question.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 MODES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scraping projects actually fail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deadliest failure is silent: a scraper that exits zero and returns nothing - which is why every run validates row counts, schema, and sanity ranges.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incident mix consistent with the Web Scraping Toolkit design notes: tolerant extraction, fallbacks, and warnings over shrugs.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Validation-first builds, loud failures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run validates row counts, schema, and sanity ranges before anything touches your dashboard.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logs record what was fetched, what was skipped, and what was doubted - readable by humans, not terminal scrollback.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Failures report loudly; a scraper that silently returns empty data is worse than one that crashes.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Partial delivery with honest warnings beats silent perfectionism - you always know the state of your data.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trust a run because it exited zero; trust it because it passed checks you can read.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COMMUNICATION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Clarity climbs early; surprises burn down fast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Week one writes the definition of done, so clarity climbs immediately; surprises decay because bad news travels first and fast.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engagement profile; every real project ships short written updates on a fixed rhythm with evidence attached.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Typical freelance delivery versus this playbook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Typical delivery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script that worked once, in a demo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Silent failures discovered by you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locked in one head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Dependency by design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291072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playbook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Pipelines that validate every run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Loud failures with structured logs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 and runbooks next to the code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 that removes my dependency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difference is not the tools - it is validation, honesty, and handover as defaults.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EFFORT MIX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hours go on a healthy engagement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More than a third of the work happens before and after the code - that is what makes the code keep working after I leave.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effort split for a mid-size scraping or automation engagement.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HANDOVER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ending is not needing me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written for the person who was not in the room - a new hire can follow it.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Runbooks live next to the pipelines: restart, re-run, and recovery are one page each.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data stays where you decide it should - local-first options keep sensitive data on your infrastructure.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Scraping is designed ethically: public data, robots directives respected, rate limits built in.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Maintenance is offered, never forced - the goal is that you stop needing me.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Professionals have boundaries and boring technology; both make handover boring - which is the point.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Hire discipline, not tools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429000"/>
            <a:ext cx="8183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scraping, BI, and AI automation delivered worldwide via Upwork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with a scoping call: decision, success criteria, sources - then a fixed written scope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me the seven filter questions; my answers are all in this deck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766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Freelance Delivery Playbook: Data and AI Projects Worldwide</dc:title>
  <dc:subject>PptxGenJS Presentation</dc:subject>
  <dc:creator>Rezalian Vatiady</dc:creator>
  <cp:lastModifiedBy>Rezalian Vatiady</cp:lastModifiedBy>
  <cp:revision>1</cp:revision>
  <dcterms:created xsi:type="dcterms:W3CDTF">2026-09-23T14:49:06Z</dcterms:created>
  <dcterms:modified xsi:type="dcterms:W3CDTF">2026-09-23T14:49:06Z</dcterms:modified>
</cp:coreProperties>
</file>