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incidents (illustrative)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E2E8F0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Markup drift</c:v>
                  </c:pt>
                  <c:pt idx="1">
                    <c:v>Anti-bot walls</c:v>
                  </c:pt>
                  <c:pt idx="2">
                    <c:v>Silent empty results</c:v>
                  </c:pt>
                  <c:pt idx="3">
                    <c:v>Rate-limit collisions</c:v>
                  </c:pt>
                  <c:pt idx="4">
                    <c:v>Environment drift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E2E8F0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Scope clarity (illustrative index)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 surprises (illustrative index)</c:v>
                </c:pt>
              </c:strCache>
            </c:strRef>
          </c:tx>
          <c:spPr>
            <a:solidFill>
              <a:srgbClr val="06B6D4"/>
            </a:solidFill>
            <a:ln w="3175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  <c:pt idx="4">
                    <c:v>Week 5</c:v>
                  </c:pt>
                  <c:pt idx="5">
                    <c:v>Week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1824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4365A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Breakdown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</c:dPt>
          <c:dPt>
            <c:idx val="2"/>
            <c:bubble3D val="0"/>
            <c:spPr>
              <a:solidFill>
                <a:srgbClr val="22D3A0"/>
              </a:solidFill>
              <a:effectLst/>
            </c:spPr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800" b="0" i="0" u="none" strike="noStrike">
                      <a:solidFill>
                        <a:srgbClr val="E2E8F0"/>
                      </a:solidFill>
                      <a:latin typeface="Segoe U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Build &amp; automation</c:v>
                </c:pt>
                <c:pt idx="1">
                  <c:v>Validation &amp; QA</c:v>
                </c:pt>
                <c:pt idx="2">
                  <c:v>Scoping &amp; definitions</c:v>
                </c:pt>
                <c:pt idx="3">
                  <c:v>Docs &amp; handover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60"/>
      </c:doughnutChart>
      <c:spPr>
        <a:solidFill>
          <a:srgbClr val="0D1420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800">
              <a:solidFill>
                <a:srgbClr val="CBD5E1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solidFill>
      <a:srgbClr val="0D1420"/>
    </a:solidFill>
    <a:ln w="12700" cap="flat">
      <a:solidFill>
        <a:srgbClr val="24365A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yourself and this deck, "The Freelance Delivery Playbook: Data and AI Projects Worldwide". | Transition: next up - "What this deck covers".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this deck covers | Agenda: What I take on - and the open-source frameworks behind it; Week one: scoping that decides the project; Validation-first delivery and honest communication; Handover: the best ending is not needing me; How to start: a scoping call, not a sales pitch | Transition: next up - "What I take on - and what powers it".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What I take on - and what powers it | Talk track: Delivered worldwide via Upwork - code, data, and documentation always land in your hands. | Transition: next up - "The record behind the playbook".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record behind the playbook | Talk track: Track record from the live portfolio - inspect it before we even talk. | Transition: next up - "The loop every project runs, regardless of size".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loop every project runs, regardless of size | Talk track: The loop is the same for a two-week scrape and a multi-month BI build - only the depth changes. | Transition: next up - "Services, deliverables, and what you own".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Services, deliverables, and what you own | Talk track: No black boxes: everything I build, you can run, read, and extend without me. | Transition: next up - "Week one decides the project".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Week one decides the project | Talk track: The most expensive bug in freelancing is building the right answer to the wrong question. | Transition: next up - "Where scraping projects actually fail".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Where scraping projects actually fail | Insight: The deadliest failure is silent: a scraper that exits zero and returns nothing - which is why every run validates row counts, schema, and sanity ranges. | Talk track: Illustrative incident mix consistent with the Web Scraping Toolkit design notes: tolerant extraction, fallbacks, and warnings over shrugs. | Transition: next up - "Validation-first builds, loud failures".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Validation-first builds, loud failures | Talk track: Do not trust a run because it exited zero; trust it because it passed checks you can read. | Transition: next up - "Clarity climbs early; surprises burn down fast".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Clarity climbs early; surprises burn down fast | Insight: Week one writes the definition of done, so clarity climbs immediately; surprises decay because bad news travels first and fast. | Talk track: Illustrative engagement profile; every real project ships short written updates on a fixed rhythm with evidence attached. | Transition: next up - "Typical freelance delivery versus this playbook".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Typical freelance delivery versus this playbook | Talk track: The difference is not the tools - it is validation, honesty, and handover as defaults. | Transition: next up - "Where the hours go on a healthy engagement".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Where the hours go on a healthy engagement | Insight: More than a third of the work happens before and after the code - that is what makes the code keep working after I leave. | Talk track: Illustrative effort split for a mid-size scraping or automation engagement. | Transition: next up - "The best ending is not needing me".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The best ending is not needing me | Talk track: Professionals have boundaries and boring technology; both make handover boring - which is the point. | Transition: next up - "Hire discipline, not tools".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Hire discipline, not tools | Transition: close with the call to action on the contact slide,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ZALIN PLATFORM · SERVICES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607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Freelance Delivery Playbook: Data and AI Projects Worldwide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discipline for scraping, BI, and AI automation clients - from scoping call to handover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11480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532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Rezalian Vatiady · Zalin Labs ·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deck covers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721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take on - and the open-source frameworks behind it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721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one: scoping that decides the project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8680" y="4261104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611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72184" y="4169664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Validation-first delivery and honest communication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355080" y="2103120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58584" y="2011680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Handover: the best ending is not needing me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55080" y="3182112"/>
            <a:ext cx="457200" cy="457200"/>
          </a:xfrm>
          <a:prstGeom prst="ellipse">
            <a:avLst/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58584" y="3090672"/>
            <a:ext cx="44439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start: a scoping call, not a sales pitch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14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take on - and what powers it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scraping and data collection: market monitoring, price tracking, and research pipelines that survive the real web.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and analytics: dashboards, reconciliation, and reporting built on Qlik Sense, Tableau, SQL, and Alteryx.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automation: agents, document workflows, and local-first LLM systems that keep sensitive data on your machine.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frameworks behind it are open source: ODIS (4,305 LOC) and the Web Scraping Toolkit (4,398 LOC).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worldwide via Upwork - code, data, and documentation always land in your hands.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14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 RECORD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record behind the playbook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Scrapers shipped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ODIS plus 10 WST, documented in the public portfolio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8.7K+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of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open-source frameworks any client can audit before hiring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countries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operations for Indonesia, Taiwan, Hong Kong, and Macau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915400" y="1965960"/>
            <a:ext cx="2423160" cy="3154680"/>
          </a:xfrm>
          <a:prstGeom prst="roundRect">
            <a:avLst>
              <a:gd name="adj" fmla="val 3019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0" y="21945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052560" y="320040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verified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98280" y="411480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scraping toolkit template tested against live targets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Track record from the live portfolio - inspect it before we even talk.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LOOP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every project runs, regardless of size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74040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2056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2056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2056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decision and its success criteria get written down before any code.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26284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950312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8328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78328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78328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mapped for quirks, cadence, edge cases, and polite collection.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2556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84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4600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54600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54600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Validation-first pipelines with structured logs and loud failures.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78828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302856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0872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30872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430872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attached to every claim: files, logs, links, screenshots.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55100" y="3566160"/>
            <a:ext cx="210312" cy="274320"/>
          </a:xfrm>
          <a:prstGeom prst="rightArrow">
            <a:avLst/>
          </a:prstGeom>
          <a:solidFill>
            <a:srgbClr val="06B6D4"/>
          </a:solidFill>
          <a:ln/>
        </p:spPr>
      </p:sp>
      <p:sp>
        <p:nvSpPr>
          <p:cNvPr id="26" name="Shape 24"/>
          <p:cNvSpPr/>
          <p:nvPr/>
        </p:nvSpPr>
        <p:spPr>
          <a:xfrm>
            <a:off x="9479128" y="2331720"/>
            <a:ext cx="1938528" cy="2697480"/>
          </a:xfrm>
          <a:prstGeom prst="roundRect">
            <a:avLst>
              <a:gd name="adj" fmla="val 3302"/>
            </a:avLst>
          </a:prstGeom>
          <a:solidFill>
            <a:srgbClr val="111A2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7144" y="2450592"/>
            <a:ext cx="1682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7144" y="2834640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Handover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7144" y="3584448"/>
            <a:ext cx="16824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 and runbooks that make your team independent of me.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 is the same for a two-week scrape and a multi-month BI build - only the depth changes.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14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Services, deliverables, and what you own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Deliverable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 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own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scraping &amp; collection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Validated pipelines with readable run logs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Scraping Toolkit, Playwright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Code, data, and schedule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 &amp; analytics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Dashboards, reconciliation, reporting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Qlik Sense, Tableau, SQL, Alteryx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Definitions registry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automation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Agents and document workflows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Python, FastAPI, Ollama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full local stack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A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engineering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ETL with built-in quality checks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Python, DuckDB, PostgreSQL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Pipelines and documentation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6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42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black boxes: everything I build, you can run, read, and extend without me.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14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one decides the project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client's decision gets written down first - analysis without a decision is trivia.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criteria are defined as measurable checks: row counts, schema, sanity ranges - not vibes.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source gets profiled: quirks, cadence, edge cases, and the polite way to collect from it.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scope is fuzzy, the first deliverable is clarity - a fixed written scope, not a running bill.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most expensive bug in freelancing is building the right answer to the wrong question.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14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MODES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scraping projects actually fail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The deadliest failure is silent: a scraper that exits zero and returns nothing - which is why every run validates row counts, schema, and sanity ranges.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incident mix consistent with the Web Scraping Toolkit design notes: tolerant extraction, fallbacks, and warnings over shrugs.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14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Validation-first builds, loud failures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run validates row counts, schema, and sanity ranges before anything touches your dashboard.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logs record what was fetched, skipped, and doubted - readable by humans, not terminal scrollback.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 report loudly; a scraper that silently returns empty data is worse than one that crashes.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delivery with honest warnings beats silent perfectionism - you always know the state of your data.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trust a run because it exited zero; trust it because it passed checks you can read.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14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Clarity climbs early; surprises burn down fast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874520"/>
          <a:ext cx="10515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Week one writes the definition of done, so clarity climbs immediately; surprises decay because bad news travels first and fast.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engagement profile; every real project ships short written updates on a fixed rhythm with evidence attached.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14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freelance delivery versus this playbook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delivery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script that worked once, in a demo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failures discovered by you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locked in one head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by design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91072" y="196596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19456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playbook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65392" y="2834640"/>
            <a:ext cx="45537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Pipelines that validate every run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Loud failures with structured logs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 and runbooks next to the code</a:t>
            </a:r>
            <a:endParaRPr lang="en-US" sz="18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Handover that removes my dependency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 is not the tools - it is validation, honesty, and handover as defaults.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14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EFFORT MIX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hours go on a healthy engagement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822960" y="1783080"/>
          <a:ext cx="10515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532180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 More than a third of the work happens before and after the code - that is what makes the code keep working after I leave.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effort split for a mid-size scraping or automation engagement.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14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HANDOVER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10561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ending is not needing me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written for the person who was not in the room - a new hire can follow it.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Runbooks live next to the pipelines: restart, re-run, and recovery are one page each.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data stays where you decide it should - local-first options keep sensitive data on your infrastructure.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Scraping is designed ethically: public data, robots directives respected, rate limits built in.</a:t>
            </a:r>
            <a:endParaRPr lang="en-US" sz="20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▸"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Maintenance is offered, never forced - the goal is that you stop needing me.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961888"/>
            <a:ext cx="10515600" cy="0"/>
          </a:xfrm>
          <a:prstGeom prst="line">
            <a:avLst/>
          </a:prstGeom>
          <a:noFill/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Professionals have boundaries and boring technology; both make handover boring - which is the point.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14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0"/>
            <a:ext cx="4510735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WITH 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Hire discipline, not tools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3383280"/>
            <a:ext cx="8183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scraping, BI, and AI automation delivered worldwide via Upwork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a scoping call: decision, success criteria, sources - then a fixed written scope</a:t>
            </a:r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me the seven filter questions; my answers are all in this deck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5212080"/>
            <a:ext cx="50749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rezalianvatiady.github.io · github.com/rezalianvatiady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0" y="63093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Zalin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Freelance Delivery Playbook: Data and AI Projects Worldwide</dc:title>
  <dc:subject>PptxGenJS Presentation</dc:subject>
  <dc:creator>Rezalian Vatiady</dc:creator>
  <cp:lastModifiedBy>Rezalian Vatiady</cp:lastModifiedBy>
  <cp:revision>1</cp:revision>
  <dcterms:created xsi:type="dcterms:W3CDTF">2026-09-23T19:52:38Z</dcterms:created>
  <dcterms:modified xsi:type="dcterms:W3CDTF">2026-09-23T19:52:38Z</dcterms:modified>
</cp:coreProperties>
</file>