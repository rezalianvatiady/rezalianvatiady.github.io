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E-COMMERCE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Segmentation, churn, and dashboards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RevoU × Tokopedia freelance data analytics project · positive evaluation from Tokopedia Analytics reviewers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data analytics: Aug 2022 - Sep 2022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project on real business data, reviewed by Tokopedia Analytics Team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Toolkit: Python, SQL, Tableau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Focus: segmentation, churn, feature adoption, KPI dashboards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hypothesis, not a clustering job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segment must suggest a different action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k-means proposed; the narrative disposed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Behavior stories beat demographic labels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two segments get the same treatment, one is decoration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CHURN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has a memory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Strongest signals were behavioral drift, not demographics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Declining order frequency, narrowing category usage, longer session gaps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formal churn, the story ended weeks earlier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 must show the drift, not the funeral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that mirror the org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Executive: a handful of KPIs, thresholds, trends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Middle: the same metrics sliced for diagnosis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Operational: daily granularity for the fixers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evaluation from Tokopedia Analytics Team reviewers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data taught me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launch is not feature adoption - track the curves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without a recommended action is trivia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user of analytics is a decision, not a dataset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is a product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decisions, not dashboards.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Analytics: Segmentation and Churn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