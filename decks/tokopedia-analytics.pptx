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customers (%)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Loyal regulars</c:v>
                  </c:pt>
                  <c:pt idx="1">
                    <c:v>Deal hunters</c:v>
                  </c:pt>
                  <c:pt idx="2">
                    <c:v>New explorers</c:v>
                  </c:pt>
                  <c:pt idx="3">
                    <c:v>Dormant drifters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</c:v>
                </c:pt>
                <c:pt idx="1">
                  <c:v>31</c:v>
                </c:pt>
                <c:pt idx="2">
                  <c:v>34</c:v>
                </c:pt>
                <c:pt idx="3">
                  <c:v>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revenue (%)</c:v>
                </c:pt>
              </c:strCache>
            </c:strRef>
          </c:tx>
          <c:spPr>
            <a:solidFill>
              <a:srgbClr val="06B6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Loyal regulars</c:v>
                  </c:pt>
                  <c:pt idx="1">
                    <c:v>Deal hunters</c:v>
                  </c:pt>
                  <c:pt idx="2">
                    <c:v>New explorers</c:v>
                  </c:pt>
                  <c:pt idx="3">
                    <c:v>Dormant drifters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48</c:v>
                </c:pt>
                <c:pt idx="1">
                  <c:v>27</c:v>
                </c:pt>
                <c:pt idx="2">
                  <c:v>21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Order frequency (indexed)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W-8</c:v>
                  </c:pt>
                  <c:pt idx="1">
                    <c:v>W-6</c:v>
                  </c:pt>
                  <c:pt idx="2">
                    <c:v>W-4</c:v>
                  </c:pt>
                  <c:pt idx="3">
                    <c:v>W-2</c:v>
                  </c:pt>
                  <c:pt idx="4">
                    <c:v>W0</c:v>
                  </c:pt>
                  <c:pt idx="5">
                    <c:v>W+2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88</c:v>
                </c:pt>
                <c:pt idx="2">
                  <c:v>72</c:v>
                </c:pt>
                <c:pt idx="3">
                  <c:v>55</c:v>
                </c:pt>
                <c:pt idx="4">
                  <c:v>40</c:v>
                </c:pt>
                <c:pt idx="5">
                  <c:v>35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Category breadth (indexed)</c:v>
                </c:pt>
              </c:strCache>
            </c:strRef>
          </c:tx>
          <c:spPr>
            <a:solidFill>
              <a:srgbClr val="06B6D4"/>
            </a:solidFill>
            <a:ln w="3175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W-8</c:v>
                  </c:pt>
                  <c:pt idx="1">
                    <c:v>W-6</c:v>
                  </c:pt>
                  <c:pt idx="2">
                    <c:v>W-4</c:v>
                  </c:pt>
                  <c:pt idx="3">
                    <c:v>W-2</c:v>
                  </c:pt>
                  <c:pt idx="4">
                    <c:v>W0</c:v>
                  </c:pt>
                  <c:pt idx="5">
                    <c:v>W+2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95</c:v>
                </c:pt>
                <c:pt idx="2">
                  <c:v>85</c:v>
                </c:pt>
                <c:pt idx="3">
                  <c:v>70</c:v>
                </c:pt>
                <c:pt idx="4">
                  <c:v>60</c:v>
                </c:pt>
                <c:pt idx="5">
                  <c:v>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Adopted and retained</c:v>
                </c:pt>
                <c:pt idx="1">
                  <c:v>Used once, lapsed</c:v>
                </c:pt>
                <c:pt idx="2">
                  <c:v>Late adopters</c:v>
                </c:pt>
                <c:pt idx="3">
                  <c:v>Never tried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25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"Customer Analytics: Segmentation and Churn".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The engagement: RevoU final project reviewed by the Tokopedia Analytics team; Segmentation as a hypothesis, not a clustering job; Churn as behavioral drift with a memory; Feature adoption: launch curves versus retention outcomes; Dashboards and recommendations that mirror the organization | Transition: next up - "Real data, external reviewers, positive evaluation".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Real data, external reviewers, positive evaluation | Transition: next up - "One dataset, four questions that mattered".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dataset, four questions that mattered | Talk track: The bar every deliverable had to clear: it must change a decision. | Transition: next up - "From raw e-commerce data to recommended actions".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From raw e-commerce data to recommended actions | Talk track: The user of analytics is a decision, not a dataset. | Transition: next up - "Views that mirror the organization".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Views that mirror the organization | Talk track: One metric set, three decision speeds - no view invented its own numbers. | Transition: next up - "A hypothesis, not a clustering job".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hypothesis, not a clustering job | Transition: next up - "Segments earned their keep by differing in behavior".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Segments earned their keep by differing in behavior | Insight: A fifth of customers drove nearly half the value, while 13% were already drifting away - four segments, four different plays. | Talk track: Illustrative segment profile used to anchor each group to a distinct action. | Transition: next up - "Churn has a memory".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Churn has a memory | Transition: next up - "The churn story starts weeks before the churn label".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churn story starts weeks before the churn label | Insight: Order frequency and category usage declined visibly eight weeks before formal churn - drift is the early warning. | Talk track: Illustrative indexed trajectory of a churning user cohort. | Transition: next up - "Launch is not adoption - curves told them apart".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Launch is not adoption - curves told them apart | Insight: Only the first bucket justified the launch - adoption curves per segment showed which features actually retained users. | Talk track: Illustrative outcome mix across launched features. | Transition: next up - "If two segments get the same treatment, one is decoration".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If two segments get the same treatment, one is decoration | Talk track: The algorithm proposed; the narrative disposed. | Transition: next up - "What real reviewers taught 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real reviewers taught me | Transition: next up - "Need customer analytics that ends in decisions?".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Need customer analytics that ends in decisions?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E-COMMERCE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Analytics: Segmentation and Churn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e-commerce data, real reviewers, decisions instead of dashboards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engagement: RevoU final project reviewed by the Tokopedia Analytics team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Segmentation as a hypothesis, not a clustering job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as behavioral drift with a memory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adoption: launch curves versus retention outcomes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 and recommendations that mirror the organization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ENGAGEMENT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data, external reviewers, positive evaluation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 data analytics engagement with RevoU, Aug 2022 - Sep 2022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project on real e-commerce business data, evaluated by the Tokopedia Analytics team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 with a positive evaluation from Tokopedia Analytics reviewers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Toolkit: Python for analysis, SQL for extraction, Tableau for delivery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Scope: segmentation, churn analysis, feature adoption, and KPI dashboards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BRIEF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dataset, four questions that mattered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workstreams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Segmentation, churn, feature adoption, and KPI dashboards on one dataset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tools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Python, SQL, and Tableau covered the path from extraction to executive views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layers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Executive, middle, and operational views mirrored how the organization decides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 actionable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segment carried a behavior story and a recommended action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bar every deliverable had to clear: it must change a decision.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PIPELINE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raw e-commerce data to recommended actions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2056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 extraction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2056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Pulled customer, order, and session data from the e-commerce database.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26284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078328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analysis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78328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Modeled segments, churn signals, and adoption curves on the extracted data.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902556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54600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Behavior stories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4600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Anchored every statistical cluster to a reason it behaves that way and what would change it.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78828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30872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Tableau dashboards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30872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executive, diagnostic, and operational views on the same shared metrics.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55100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07144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Recommendations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07144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 every analysis with a written action, because insight without action is trivia.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user of analytics is a decision, not a dataset.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 ARCHITECTURE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Views that mirror the organization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View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answers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Executive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Leadership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handful of KPIs with thresholds and trends - is the business healthy?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Middle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Analysts and managers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same metrics sliced for diagnosis - which segment moved, and why?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Frontline teams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granularity for the fixers - what do we act on today?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Recommendations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reader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written next action attached to every finding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metric set, three decision speeds - no view invented its own numbers.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hypothesis, not a clustering job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k-means and calling five clusters insight is where most segmentation stops - this one did not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segment was anchored to a behavior story: why this group acts this way, and what would change it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algorithm proposed; the narrative disposed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two segments get the same treatment, one of them is decoration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 PROFILE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 earned their keep by differing in behavior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A fifth of customers drove nearly half the value, while 13% were already drifting away - four segments, four different plays.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segment profile used to anchor each group to a distinct action.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CHURN ANALYSIS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has a memory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strongest churn signals were behavioral drift, never demographics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Declining order frequency, narrowing category usage, and longer gaps between sessions led every signal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the time a user is formally churned, the story ended weeks earlier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dashboard was designed to show the drift, not the funeral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BEHAVIORAL DRIFT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churn story starts weeks before the churn label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Order frequency and category usage declined visibly eight weeks before formal churn - drift is the early warning.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indexed trajectory of a churning user cohort.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 ADOPTION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is not adoption - curves told them apart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Only the first bucket justified the launch - adoption curves per segment showed which features actually retained users.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outcome mix across launched features.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 VS SEGMENT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two segments get the same treatment, one is decoration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 labels only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k-means returns five groups and stops there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Demographic labels describe who users are, not what they will do next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segment receives the same campaign and nothing moves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Behavior stories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cluster explains why users behave this way and what would change it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Signals track drift across orders, categories, and sessions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segment carries its own play, KPI, and owner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algorithm proposed; the narrative disposed.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real reviewers taught me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launch is not feature adoption - track the curves, not the roadmap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Analysis without a recommended action is trivia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is a product: the user is not the data, the user is a decision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 must mirror how the organization decides - in three speeds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 customer analytics that ends in decisions?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Segmentation, churn, and adoption analysis anchored to actions, not just clusters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Python, SQL, and Tableau, delivered the way executives and reviewers both accept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for freelance and contract engagements worldwide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Analytics: Segmentation and Churn</dc:title>
  <dc:subject>PptxGenJS Presentation</dc:subject>
  <dc:creator>Rezalian Vatiady</dc:creator>
  <cp:lastModifiedBy>Rezalian Vatiady</cp:lastModifiedBy>
  <cp:revision>1</cp:revision>
  <dcterms:created xsi:type="dcterms:W3CDTF">2026-09-23T19:21:28Z</dcterms:created>
  <dcterms:modified xsi:type="dcterms:W3CDTF">2026-09-23T19:21:28Z</dcterms:modified>
</cp:coreProperties>
</file>