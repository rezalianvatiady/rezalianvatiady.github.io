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Metered API (cost index)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 iters</c:v>
                  </c:pt>
                  <c:pt idx="1">
                    <c:v>200 iters</c:v>
                  </c:pt>
                  <c:pt idx="2">
                    <c:v>300 iters</c:v>
                  </c:pt>
                  <c:pt idx="3">
                    <c:v>400 iters</c:v>
                  </c:pt>
                  <c:pt idx="4">
                    <c:v>500 iters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hardware (cost index)</c:v>
                </c:pt>
              </c:strCache>
            </c:strRef>
          </c:tx>
          <c:spPr>
            <a:solidFill>
              <a:srgbClr val="06B6D4"/>
            </a:solidFill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100 iters</c:v>
                  </c:pt>
                  <c:pt idx="1">
                    <c:v>200 iters</c:v>
                  </c:pt>
                  <c:pt idx="2">
                    <c:v>300 iters</c:v>
                  </c:pt>
                  <c:pt idx="3">
                    <c:v>400 iters</c:v>
                  </c:pt>
                  <c:pt idx="4">
                    <c:v>500 iters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Routing &amp; classification</c:v>
                </c:pt>
                <c:pt idx="1">
                  <c:v>Summarization &amp; drafting</c:v>
                </c:pt>
                <c:pt idx="2">
                  <c:v>Structured JSON generation</c:v>
                </c:pt>
                <c:pt idx="3">
                  <c:v>Multi-agent deliberation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7B task fit (0-100)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Routing</c:v>
                  </c:pt>
                  <c:pt idx="1">
                    <c:v>JSON generation</c:v>
                  </c:pt>
                  <c:pt idx="2">
                    <c:v>Summarization</c:v>
                  </c:pt>
                  <c:pt idx="3">
                    <c:v>Doc drafting</c:v>
                  </c:pt>
                  <c:pt idx="4">
                    <c:v>Frontier reasoning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92</c:v>
                </c:pt>
                <c:pt idx="2">
                  <c:v>90</c:v>
                </c:pt>
                <c:pt idx="3">
                  <c:v>88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"Local-First AI: Cost, Privacy, Reliability".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The default: rented intelligence has a meter; The bet: cost, privacy, reliability; What a 7B local model actually handles; Six months of proof: accuracy, checks, zero data egress; The honest trade-offs and when local is the wrong call | Transition: next up - "Rented intelligence has a meter".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Rented intelligence has a meter | Talk track: Every one of those is an architecture decision disguised as a bill. | Transition: next up - "The same workload, two very different contracts".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same workload, two very different contracts | Talk track: For operations the local column wins; for the frontier ceiling, rent. | Transition: next up - "Flat cost changes how agents behave".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Flat cost changes how agents behave | Insight: When iteration is free, agents validate, re-check, and document freely instead of rationing effort. | Talk track: Cost index, illustrative: metered grows per iteration while local stays a flat hardware bill. | Transition: next up - "Most production tokens are boring, deterministic work".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Most production tokens are boring, deterministic work | Insight: That mix is exactly where a 7B local model is excellent, so the frontier ceiling rarely gets touched. | Talk track: Illustrative workload split of ZalinOS on Qwen 2.5:7b via Ollama. | Transition: next up - "Small models are enough - if the system earns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Small models are enough - if the system earns it | Talk track: The model did not get smarter; the system around it got better. | Transition: next up - "The proof, in numbers".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proof, in numbers | Talk track: Zero per-token cost and zero API surprises across six months of daily operation. | Transition: next up - "Six months of running a company on local models".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Six months of running a company on local models | Talk track: Phases from six months of production operation, as described in the published engineering notes. | Transition: next up - "Local-first is not a religion".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Local-first is not a religion | Talk track: For an always-on operational workforce, local wins - and it is not close. | Transition: next up - "Route locally, escalate rarely".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Route locally, escalate rarely | Insight: Design so the tasks that hit the ceiling are rare, and the local model carries the rest. | Talk track: Task-fit rating, illustrative - consistent with the published six-month report. | Transition: next up - "The economics rewired the operations".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economics rewired the operations | Talk track: Cloud pricing quietly teaches stinginess; local-first removes that tax. | Transition: next up - "What I miss, and why I still chose local".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I miss, and why I still chose local | Talk track: Local does not mean limited - if the system design is good. | Transition: next up - "Want AI that runs on your terms?".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Want AI that runs on your terms?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AI: Cost, Privacy, Reliability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case for running an AI company on local models - trade-offs included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default: rented intelligence has a meter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bet: cost, privacy, reliability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7B local model actually handles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months of proof: accuracy, checks, zero data egress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trade-offs and when local is the wrong call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DEFAULT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Rented intelligence has a meter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APIs charge per thought, so iteration gets taxed and agents learn to be stingy.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Outages and rate limits break production at the worst possible time.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business data leaves the building on every single call.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pricing changes and deprecations become your emergency, not theirs.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those is an architecture decision disguised as a bill.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VS LOCAL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workload, two very different contracts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Metered cloud API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Local-first (ZalinOS)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model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Per-token billing that scales with ambition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Flat hardware bill; iteration is free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Privacy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leaves the machine on every call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data never leaves the machine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Availability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 limits, outages, regional incidents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rate limits and no vendor outages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Deprecations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changes break production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upgrades on your schedule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at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Frontier reasoning at the ceiling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Always-on operational workloads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operations the local column wins; for the frontier ceiling, rent.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BEHAVIOR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cost changes how agents behave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When iteration is free, agents validate, re-check, and document freely instead of rationing effort.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index, illustrative: metered grows per iteration while local stays a flat hardware bill.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 MIX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production tokens are boring, deterministic work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That mix is exactly where a 7B local model is excellent, so the frontier ceiling rarely gets touched.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workload split of ZalinOS on Qwen 2.5:7b via Ollama.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models are enough - if the system earns 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must be excellent: sharp categories with written boundaries and deterministic output.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must be structured: rules, status, and lessons in strict formats, not a text dump.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must be constant: accuracy is a number read after every change, not a vibe.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must hold: golden path, zero dead buttons, and evidence on every release.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did not get smarter; the system around it got better.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MONTHS 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proof, in numbers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 accuracy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30-query validation set, re-run on every change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51/52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checks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miss was a genuinely ambiguous query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Data-egress incidents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leaves the machine, so nothing can leak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shipped on 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suite builds and ships on local infrastructure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Zero per-token cost and zero API surprises across six months of daily operation.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months of running a company on local models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907792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and intent router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Sharp categories, a 30-query validation set, and deterministic routing came first.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531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319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6319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Rules, status, lessons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6319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memory replaced chat-scroll context, and output quality jumped.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2132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Workforce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Specialists on the local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Engineering, QA, PM, docs, and specialist agents moved onto the local runtime.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733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521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9521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 releases at scale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9521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plus per-agent queues let the app suite grow past thirty.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75334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122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6122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shipping, flat cost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6122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company ships software daily with no meter and no data egress.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 from six months of production operation, as described in the published engineering notes.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IT 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is not a religion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local when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always-on workforce runs routing, classification, drafting, and structured generation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 sensitive and must never leave the machine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 volume would make metered pricing punishing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cloud when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Frontier reasoning is genuinely required and the ceiling matters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Workloads are spiky and cannot be provisioned for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prototyping vendor-specific capabilities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an always-on operational workforce, local wins - and it is not close.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FIT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locally, escalate rarely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Design so the tasks that hit the ceiling are rare, and the local model carries the rest.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Task-fit rating, illustrative - consistent with the published six-month report.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CHANGED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economics rewired the operations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stopped rationing effort: they re-check, re-run, and document because iteration is free.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got richer precisely because writing more tokens costs nothing extra.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stopped being a policy slide and became a property of the architecture.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budget became a machine you own instead of a meter you watch.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pricing quietly teaches stinginess; local-first removes that tax.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HONEST PART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miss, and why I still chose local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 ceiling is real on the hardest reasoning tasks, and I plan around it.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planning, capacity, and upgrades are now my responsibility.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vendor conveniences had to be rebuilt as plain engineering.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with all that, zero egress and flat cost remain worth it for operations.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does not mean limited - if the system design is good.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AI that runs on your terms?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design local-first AI systems: routing, structured memory, quality gates, and the hardware plan.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AI automation, BI, and data engineering projects worldwide via Upwork.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Local-First AI: Cost, Privacy, Reliability</dc:title>
  <dc:subject>PptxGenJS Presentation</dc:subject>
  <dc:creator>Rezalian Vatiady</dc:creator>
  <cp:lastModifiedBy>Rezalian Vatiady</cp:lastModifiedBy>
  <cp:revision>1</cp:revision>
  <dcterms:created xsi:type="dcterms:W3CDTF">2026-09-23T19:21:28Z</dcterms:created>
  <dcterms:modified xsi:type="dcterms:W3CDTF">2026-09-23T19:21:28Z</dcterms:modified>
</cp:coreProperties>
</file>