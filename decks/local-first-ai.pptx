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Metered API (cost index)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100 iters</c:v>
                  </c:pt>
                  <c:pt idx="1">
                    <c:v>200 iters</c:v>
                  </c:pt>
                  <c:pt idx="2">
                    <c:v>300 iters</c:v>
                  </c:pt>
                  <c:pt idx="3">
                    <c:v>400 iters</c:v>
                  </c:pt>
                  <c:pt idx="4">
                    <c:v>500 iters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Local hardware (cost index)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100 iters</c:v>
                  </c:pt>
                  <c:pt idx="1">
                    <c:v>200 iters</c:v>
                  </c:pt>
                  <c:pt idx="2">
                    <c:v>300 iters</c:v>
                  </c:pt>
                  <c:pt idx="3">
                    <c:v>400 iters</c:v>
                  </c:pt>
                  <c:pt idx="4">
                    <c:v>500 iters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Routing &amp; classification</c:v>
                </c:pt>
                <c:pt idx="1">
                  <c:v>Summarization &amp; drafting</c:v>
                </c:pt>
                <c:pt idx="2">
                  <c:v>Structured JSON generation</c:v>
                </c:pt>
                <c:pt idx="3">
                  <c:v>Multi-agent deliberation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7B task fit (0-100)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Routing</c:v>
                  </c:pt>
                  <c:pt idx="1">
                    <c:v>JSON generation</c:v>
                  </c:pt>
                  <c:pt idx="2">
                    <c:v>Summarization</c:v>
                  </c:pt>
                  <c:pt idx="3">
                    <c:v>Doc drafting</c:v>
                  </c:pt>
                  <c:pt idx="4">
                    <c:v>Frontier reasoning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92</c:v>
                </c:pt>
                <c:pt idx="2">
                  <c:v>90</c:v>
                </c:pt>
                <c:pt idx="3">
                  <c:v>88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ARCHITECTURE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AI: Cost, Privacy, Reliability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case for running an AI company on local models - trade-offs included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default: rented intelligence has a meter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bet: cost, privacy, reliability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7B local model actually handles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months of proof: accuracy, checks, zero data egress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trade-offs and when local is the wrong call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DEFAULT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Rented intelligence has a meter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APIs charge per thought, so iteration gets taxed and agents learn to be stingy.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Outages and rate limits break production at the worst possible time.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Sensitive business data leaves the building on every single call.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pricing changes and deprecations become your emergency, not theirs.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one of those is an architecture decision disguised as a bill.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VS 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workload, two very different contracts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Metered cloud API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Local-first (ZalinOS)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model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Per-token billing that scales with ambition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Flat hardware bill; iteration is free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leaves the machine on every call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data never leaves the machine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Availability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 limits, outages, regional incidents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rate limits and no vendor outages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Deprecations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changes break production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 upgrades on your schedule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at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Frontier reasoning at the ceiling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Always-on operational workloads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operations the local column wins; for the frontier ceiling, rent.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BEHAVIOR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Flat cost changes how agents behave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When iteration is free, agents validate, re-check, and document freely instead of rationing effort.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index, illustrative: metered grows per iteration while local stays a flat hardware bill.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WORKLOAD MIX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production tokens are boring, deterministic work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That mix is exactly where a 7B local model is excellent, so the frontier ceiling rarely gets touched.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workload split of ZalinOS on Qwen 2.5:7b via Ollama.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models are enough - if the system earns it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must be excellent: sharp categories with written boundaries and deterministic output.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must be structured: rules, status, and lessons in strict formats, not a text dump.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must be constant: accuracy is a number read after every change, not a vibe.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must hold: golden path, zero dead buttons, and evidence on every release.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 did not get smarter; the system around it got better.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SIX MONTHS 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proof, in numbers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validation set, re-run on every change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miss was a genuinely ambiguous query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Data-egress incidents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leaves the machine, so nothing can leak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shipped on it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suite builds and ships on local infrastructure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Zero per-token cost and zero API surprises across six months of daily operation.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months of running a company on local models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3035808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Kernel and intent router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Sharp categories, a 30-query validation set, and deterministic routing came first.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531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891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0891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Rules, status, lessons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0891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 replaced chat-scroll context, and output quality jumped.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Workforce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Specialists on the local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7492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Engineering, QA, PM, docs, and specialist agents moved onto the local runtime.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8733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093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4093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releases at scale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4093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plus per-agent queues let the app suite grow past thirty.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75334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694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0694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shipping, flat cost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80694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company ships software daily with no meter and no data egress.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Phases from six months of production operation, as described in the published engineering notes.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IT FITS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is not a religion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local when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always-on workforce runs routing, classification, drafting, and structured generation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is sensitive and must never leave the machine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Iteration volume would make metered pricing punishing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cloud when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 reasoning is genuinely required and the ceiling matters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Workloads are spiky and cannot be provisioned for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are prototyping vendor-specific capabilities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an always-on operational workforce, local wins - and it is not close.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locally, escalate rarely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Design so the tasks that hit the ceiling are rare, and the local model carries the rest.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Task-fit rating, illustrative - consistent with the published six-month report.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economics rewired the operations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stopped rationing effort: they re-check, re-run, and document because iteration is free.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got richer precisely because writing more tokens costs nothing extra.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stopped being a policy slide and became a property of the architecture.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budget became a machine you own instead of a meter you watch.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pricing quietly teaches stinginess; local-first removes that tax.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HONEST PART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miss, and why I still chose local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frontier ceiling is real on the hardest reasoning tasks, and I plan around 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planning, capacity, and upgrades are now my responsibility.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vendor conveniences had to be rebuilt as plain engineering.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 with all that, zero egress and flat cost remain worth it for operations.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does not mean limited - if the system design is good.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AI that runs on your terms?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local-first AI systems: routing, structured memory, quality gates, and the hardware plan.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AI automation, BI, and data engineering projects worldwide via Upwork.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Local-First AI: Cost, Privacy, Reliability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