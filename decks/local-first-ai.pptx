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case for local-first AI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months of running a company on local models · Rezalian Vatiady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DEFAULT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Rented intelligence has a meter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APIs charge per thought - iteration gets taxed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Outages break production at the worst time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Sensitive data leaves the building on every call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changes become your emergency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BET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wins nobody argues with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Cost: flat hardware bill instead of a metered one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Privacy: business data, credentials, client material stay local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Reliability: no rate limits, no 2 a.m. deprecations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CATCH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models are enough - if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Routing is excellent: sharp categories, deterministic output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Memory is structured: rules, status, lessons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is constant: accuracy is a number, not a vibe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ZalinOS: Qwen 2.5:7b via Ollama, 100% on one machine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PROOF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months in production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entire agent company runs locally - routing, docs, QA, builds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intent router accuracy on the validation set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iterate freely because iteration is free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data-egress incidents, zero API surprises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TRADE-OFFS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give up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Frontier-model ceiling on the hardest reasoning tasks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 planning becomes your responsibility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vendor conveniences you now build yourself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the verdict: for operations, still worth it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NOT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Local-first is not a religion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Frontier intelligence genuinely required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Spiky workloads you cannot provision for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Rapid prototyping of vendor-specific features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AI budget can be a machine, not a meter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does not mean limited - if the system design is good. · rezalianvatiady.github.io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Local-First AI: Cost, Privacy, Reliability</dc:title>
  <dc:subject>PptxGenJS Presentation</dc:subject>
  <dc:creator>Rezalian Vatiady</dc:creator>
  <cp:lastModifiedBy>Rezalian Vatiady</cp:lastModifiedBy>
  <cp:revision>1</cp:revision>
  <dcterms:created xsi:type="dcterms:W3CDTF">2026-09-23T12:19:32Z</dcterms:created>
  <dcterms:modified xsi:type="dcterms:W3CDTF">2026-09-23T12:19:32Z</dcterms:modified>
</cp:coreProperties>
</file>