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Decision authority (illustrative index)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Tokopedia 2022</c:v>
                  </c:pt>
                  <c:pt idx="1">
                    <c:v>BRI 2023</c:v>
                  </c:pt>
                  <c:pt idx="2">
                    <c:v>IKEA 2023-24</c:v>
                  </c:pt>
                  <c:pt idx="3">
                    <c:v>Zalin Labs 2024+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5</c:v>
                </c:pt>
                <c:pt idx="3">
                  <c:v>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Automation leverage (illustrative index)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Tokopedia 2022</c:v>
                  </c:pt>
                  <c:pt idx="1">
                    <c:v>BRI 2023</c:v>
                  </c:pt>
                  <c:pt idx="2">
                    <c:v>IKEA 2023-24</c:v>
                  </c:pt>
                  <c:pt idx="3">
                    <c:v>Zalin Labs 2024+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Building &amp; shipping</c:v>
                </c:pt>
                <c:pt idx="1">
                  <c:v>Agent orchestration</c:v>
                </c:pt>
                <c:pt idx="2">
                  <c:v>Quality gates &amp; QA</c:v>
                </c:pt>
                <c:pt idx="3">
                  <c:v>Writing &amp; documentation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20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Public, verifiable count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Production apps</c:v>
                  </c:pt>
                  <c:pt idx="1">
                    <c:v>Specialist agents</c:v>
                  </c:pt>
                  <c:pt idx="2">
                    <c:v>Production checks passed</c:v>
                  </c:pt>
                  <c:pt idx="3">
                    <c:v>Validation queries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9</c:v>
                </c:pt>
                <c:pt idx="2">
                  <c:v>51</c:v>
                </c:pt>
                <c:pt idx="3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CAREER STORY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BI Analyst to AI Company Builder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chapters - Tokopedia, BRI, IKEA, Zalin Labs - and the skills that compounded into 30+ shipped products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chapters - and what each one set up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transferred perfectly from BI to AI building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had to unlearn on the way to founder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proof: apps, agents, frameworks, router checks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combination is rare - and available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chapters, one direction: every role set up the next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3035808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Aug 2022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Analytics - RevoU × Tokopedia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Segmentation, churn, and feature adoption on real e-commerce data, evaluated by the Tokopedia analytics team.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4398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9758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Feb 2023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758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Business Analyst - BRI AML Project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49758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Graph-database anti-money-laundering analysis: requirements, pattern definition, auditor-ready documentation.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9866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226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Oct 2023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5226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BI Specialist - IKEA Indonesia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5226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operations for Indonesia, Taiwan, Hong Kong, and Macau: one datalake, Qlik Sense, Alteryx pipelines.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75334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0694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 2024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0694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&amp; Lead AI Engineer - Zalin Labs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80694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ZalinOS, a nine-agent workforce, 30+ production apps, and two open-source frameworks - built and shipped solo.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fundamentals led to technical analyst roles, then regional platform ownership, then the automation company.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TRANSFERRED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that compounded instead of restarting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are 80% of success - unclear questions produce useless answers in analytics and in agent design alike.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discipline: an agent company runs on trustworthy internal data, and enterprise BI taught me that paranoia.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communication: explaining AML patterns to auditors is the same muscle as explaining agent behavior to a recruiter.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automation instinct: the best part of every BI job was building the machine that does the job.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Transferable skills are the compounding asset; tools are only the current interface.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leap has produced so far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apps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Shipped, updated, and supported through one gated pipeline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workforce that builds, tests, documents, and watches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open-source frameworks any client can audit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in the live platform, with a 30-query router validation set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All four numbers come from the public portfolio and published build logs.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CURVE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founder leap is the last step of a steady climb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On a resume the founder leap looks sudden; on the skill curve it is the final step of a two-year climb.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Indices are illustrative; the chapters, roles, and dates are real.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chapters, four environments, one direction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Period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Scope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 stack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Aug-Sep 2022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Analytics, RevoU × Tokopedia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Segmentation, churn, and feature adoption on real e-commerce data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Python, SQL, Tableau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Feb-Sep 2023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 Business Analyst, BRI AML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Graph-based AML analysis, requirements, auditor-facing documentation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Graph Database, SQL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Oct 2023-Mar 2024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Regional BI Specialist, IKEA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 operations across 4 countries, datalake QA, scheduled pipelines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Qlik Sense, Alteryx, SQL Server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Apr 2024-present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Founder &amp; Lead AI Engineer, Zalin Labs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30+ production apps, 9+ agents, 2 open-source frameworks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Python, FastAPI, Ollama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E-commerce, banking, multinational retail, and independent R&amp;D - each one stricter than the last about evidence.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DID NOT TRANSFER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unlearning list every founder pays for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for permission: in enterprises change is a process; as a founder it is a Tuesday.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defense: BI rewards protecting boundaries - founders win by crossing them.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Perfectionism before shipping: quality gates replace gold-plating, so evidence ships instead of excuses.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loyalty: stacks expire in a year; validation, documentation, and system thinking compound.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Unlearning caution took months - the gates made it safe to move fast anyway.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RHYTHM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a founder's week actually goes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Agents absorbed the repetitive majority, so the founder share is decisions, review, and writing - the parts that compound.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distribution consistent with the published nine-agent operating model.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proof before you need it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075792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3808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03808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in production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03808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fundamentals sharpened on real client data, not toy datasets.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34212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3645256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3272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73272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 your own job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773272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and ETL at IKEA made the automation itch impossible to ignore.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990692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4720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2736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2736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public artifacts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42736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Open-source frameworks turned private skill into inspectable proof.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5601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8784184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2200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12200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Compound into a company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912200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 Labs: the automation of the automation, under quality gates.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Credibility was not a certificate - it was shipped work anyone could inspect.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MINDSET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enterprise taught me the system; building taught me the leverage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enterprise gave me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discipline from compliance-grade AML analysis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paranoia from datalake reconciliation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trust earned row by row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for process - and for its costs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building added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Shipping as the default, not the exception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as programmable leverage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over status reports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Decisiveness: change is a Tuesday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Rare profiles are combinations, not specialties: system thinking plus shipping speed.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RECRUITER CHECK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Numbers you can verify in two clicks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Every bar is public today - the live portfolio links to the apps, the platform, and the validation set.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30+ apps, 9+ agents, 51/52 production checks passing, and the 30-query intent-router validation set.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RECRUITERS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combination is rare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foundations: requirements, data quality, and stakeholder trust from multinational retail and banking.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engineering: agents, intent routing, and local-first systems running in production, not in demos.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Proof of shipping: 30+ production apps, 8.7K+ lines of open source, and a live portfolio anyone can inspect.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Range: e-commerce analytics, banking compliance, four-country BI operations, and company building.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now for freelance data scraping, BI, and AI automation worldwide via Upwork.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Hire the transition, not just the title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chapters that compound into one delivery discipline you can audit today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scraping, BI, and AI automation projects delivered worldwide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in this deck is verifiable on the live portfolio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BI Analyst to AI Company Builder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