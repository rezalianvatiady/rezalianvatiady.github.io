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CAREER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BI analyst to AI company builder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transition map for analysts who cannot stop automating their own job · Rezalian Vatiady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chapters, one direction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2022 - Customer analytics at RevoU × Tokopedia: segmentation, churn, KPI dashboards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2023 - IT Business Analyst, BRI AML project: graph databases and compliance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2023-2024 - Regional BI Specialist, IKEA Indonesia: four countries, one datalake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2024-now - Founder, Zalin Platform and Zalin Labs: agents, apps, frameworks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BI TAUGHT 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 that transferred perfectly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Requirements are 80% of success - unclear questions, useless answers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quality is a product, not a chore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Stakeholder trust is earned row by row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part of every job was building the machine that does the job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THE LEAP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automation itch became undeniable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agents turned leverage from a management skill into a technology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disciplined person with reliable agents ships like a team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Founders decide; agents execute; quality gates keep both honest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cost of building software collapsed - the cost of judgment did not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BUILD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came out of the leap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ZalinOS - a local-first AI agent operating system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 Labs - 30+ production Android apps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ODIS and the Web Scraping Toolkit - 8.7K+ lines open source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nine-agent workforce under quality-gated releases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DID NOT TRANSFER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unlearning list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Waiting for permission - change is a process there, a Tuesday here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 defense - founders win by crossing boundaries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Perfectionism before shipping - gates replace gold-plating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RECRUITERS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combination that is rare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 foundations: requirements, quality, stakeholder trust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engineering: agents, routing, local-first systems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Proof of shipping: 30+ apps, open-source frameworks, live portfolio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for freelance data scraping, BI, and AI automation via Upwork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Compound who you already were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Career transitions are transfers, not restarts. · rezalianvatiady.github.io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BI Analyst to AI Company Builder</dc:title>
  <dc:subject>PptxGenJS Presentation</dc:subject>
  <dc:creator>Rezalian Vatiady</dc:creator>
  <cp:lastModifiedBy>Rezalian Vatiady</cp:lastModifiedBy>
  <cp:revision>1</cp:revision>
  <dcterms:created xsi:type="dcterms:W3CDTF">2026-09-23T12:19:32Z</dcterms:created>
  <dcterms:modified xsi:type="dcterms:W3CDTF">2026-09-23T12:19:32Z</dcterms:modified>
</cp:coreProperties>
</file>