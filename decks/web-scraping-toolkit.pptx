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Flags per month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Row-count drops</c:v>
                  </c:pt>
                  <c:pt idx="1">
                    <c:v>Schema drift</c:v>
                  </c:pt>
                  <c:pt idx="2">
                    <c:v>Sanity outliers</c:v>
                  </c:pt>
                  <c:pt idx="3">
                    <c:v>Empty responses</c:v>
                  </c:pt>
                  <c:pt idx="4">
                    <c:v>Latency spikes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Clean parse</c:v>
                </c:pt>
                <c:pt idx="1">
                  <c:v>Fallback path</c:v>
                </c:pt>
                <c:pt idx="2">
                  <c:v>Partial with warning</c:v>
                </c:pt>
                <c:pt idx="3">
                  <c:v>Skipped and logged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  <c:holeSize val="62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 extraction %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97</c:v>
                </c:pt>
                <c:pt idx="2">
                  <c:v>61</c:v>
                </c:pt>
                <c:pt idx="3">
                  <c:v>89</c:v>
                </c:pt>
                <c:pt idx="4">
                  <c:v>97</c:v>
                </c:pt>
                <c:pt idx="5">
                  <c:v>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OPEN 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Scraping Toolkit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that survive contact with the real web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96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356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real web breaks naive scrapers every month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instrumented stages of a collection pipeline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Validating every run: counts, schema, and sanity ranges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Tolerant extraction, polite crawling, and logs a human can read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toolkit delivers in production engagements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web is hostile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Markup drifts and selectors rot silently while the script still exits zero.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walls evolve weekly, and yesterday's headers are today's block.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render differently by region, device, and language.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freelance client has heard the same story: the script worked last month and now returns nothing.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that worked once is not a system - and the web punishes scripts.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mode that hurts clients most is silence, not the crash.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stages, all instrumented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2056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Crawl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2056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Polite, rate-limited, and resumable - the run can stop and continue.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726284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78328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8328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anchors with multiple fallbacks instead of brittle selectors.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02556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4600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4600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counts, schema, and sanity ranges checked on every single run.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078828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30872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30872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shapes that downstream tools want, not raw scrapings.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55100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7144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07144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and structured logs instead of silent deaths.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records what it did - nothing about a run is a mystery.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TOOLKIT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framework, four disciplines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4,398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and production-tested across client engagements.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principles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every run, tolerate extraction, stay polite, log for humans.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validated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run is trusted just because it exited zero.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used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9828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data only - no logins, no pretending.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Built for engagements where the data has to keep arriving, month after month.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every run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scraper that silently returns empty data is worse than one that crashes loudly.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counts are compared against expectations on every execution.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validation catches the column that quietly disappeared.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 ranges catch the price that came back as zero or a million.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turns 'I think the data arrived' into evidence it did.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trust a run because it exited zero.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run validation catches before clients do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Validation catches the boring failures first - the ones that would otherwise become next week's emergency.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mix across monitored engagements; the point is the coverage, not the exact counts.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Tolerant extraction beats perfect selectors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CSS selectors are a liability - they rot the first time a site redesigns.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anchors survive markup changes that kill position-based paths.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fallbacks degrade gracefully instead of failing completely.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data with a warning beats zero data with a shrug.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degraded run is flagged, so partial never masquerades as complete.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is designed to lose a limb, not the whole pipeline.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outcomes across a monitored run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Partial data with a warning beats zero data with a shrug - the pipeline degrades, it does not die.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outcome mix for a run against a site mid-redesign.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 markup change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3035808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flags a row-count drop the day the site changes - not when a client calls.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5314" y="2953512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891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0891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0891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selectors keep extracting while the primary path is broken.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run logs point straight at the anchor that moved.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7334" y="2953512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093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4093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4093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patched selector ships as a normal code change, not an archaeology dig.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5334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694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0694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0694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runs return to clean extraction, and the incident is logged.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Sites will change - the system is designed around that certainty.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you hope for vs a system you operate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once, then prayed over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loudly, or worse, returns empty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means scrolling terminal history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knows it broke until the data is wrong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on every run with defined expectations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Degrades gracefully and flags partial results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logs: fetched, skipped, doubted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page a human before the damage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do not buy scrapers - they buy data that keeps arriving.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a polite guest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Robots directives and terms of service are respected, not negotiated.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Rate-limiting is self-imposed before sites have to impose it.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public data is collected - no credentials, no pretending to be a user.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Sustainable scraping is slow, boring, and ethical - and it is the only kind that lasts.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Politeness is not just ethics; it is what keeps access working for months.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Ethical collection is a feature clients can put their name 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Clean-extraction rate through a drift event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When markup drifts, fallbacks hold extraction above zero while the fix ships - and validation flags the drift the day it happens.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pattern of a drift event and recovery, consistent with the toolkit's design.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toolkit powers in production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client gets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Cadence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 monitoring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Competitor catalogs and movement, structured and dated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tracking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history with sanity checks and gap detection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to weekly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Research collection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datasets ready for analysis, with provenance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study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OSINT support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data with full source trail per record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demand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to clients worldwide through Upwork.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systems, not scripts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429000"/>
            <a:ext cx="8183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collection pipeline that survives contact with the real web - and with your stakeholders?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deliver validated, polite, fully logged scraping systems that keep running after the handover.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tolerance, politeness, and logs: the four pillars of scraping that lasts.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766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Toolkit: Pipelines That Survive the Real Web</dc:title>
  <dc:subject>PptxGenJS Presentation</dc:subject>
  <dc:creator>Rezalian Vatiady</dc:creator>
  <cp:lastModifiedBy>Rezalian Vatiady</cp:lastModifiedBy>
  <cp:revision>1</cp:revision>
  <dcterms:created xsi:type="dcterms:W3CDTF">2026-09-23T14:49:06Z</dcterms:created>
  <dcterms:modified xsi:type="dcterms:W3CDTF">2026-09-23T14:49:06Z</dcterms:modified>
</cp:coreProperties>
</file>