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SOURCE · 4,398 LOC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Scraping Toolkit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 pipelines that survive contact with the real web · Rezalian Vatiady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real web is hostile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Markup drifts and selectors rot silently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 walls evolve weekly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Pages render differently by region, device, and language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script that worked last month is not a system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stages, all instrumented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Crawl - polite, rate-limited, resumable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- structural anchors with multiple fallbacks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- schema validation and sanity ranges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 and export - shapes downstream tools want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- freshness alarms, not silent deaths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RESILIENCE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Patterns that keep pipelines alive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every run: row counts, schema, sanity checks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Tolerant extraction - partial data with a warning beats zero data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Retries with backoff and honest failure reports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run logs: fetched, skipped, doubted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ETHICS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 a polite guest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robots directives and terms of service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Rate-limit yourself before sites rate-limit you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data only - no credentials, no pretending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Sustainable scraping is slow, boring, and ethical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cases in production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 and price monitoring for clients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 collection pipelines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OSINT support with full provenance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 projects delivered worldwide via Upwork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systems, not scripts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Validation, tolerance, politeness, and logs - the four pillars of scraping that lasts. · rezalianvatiady.github.io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Scraping Toolkit: Pipelines That Survive the Real Web</dc:title>
  <dc:subject>PptxGenJS Presentation</dc:subject>
  <dc:creator>Rezalian Vatiady</dc:creator>
  <cp:lastModifiedBy>Rezalian Vatiady</cp:lastModifiedBy>
  <cp:revision>1</cp:revision>
  <dcterms:created xsi:type="dcterms:W3CDTF">2026-09-23T12:19:32Z</dcterms:created>
  <dcterms:modified xsi:type="dcterms:W3CDTF">2026-09-23T12:19:32Z</dcterms:modified>
</cp:coreProperties>
</file>