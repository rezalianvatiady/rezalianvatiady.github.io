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ETL playbook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Lessons from retail BI across four countries and the frameworks that followed · Rezalian Vatiady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fails quietly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truncation, schema drift, stale schedules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notices for weeks - then leadership quotes the wrong number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 that 'works' is the most dangerous one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against quiet failure, not loud failure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sources before you trust them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row counts, key uniqueness, update cadence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quirks documented per source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Restated numbers, skipped weekends - every source has a personality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of quality issues are undocumented source behavior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 at the seams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boundary crossing gets reconciliation checks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counts, sum checks, sampled row-level comparisons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load - not quarterly, not on request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 is a property of the pipeline, not a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 the schedule itself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alarms on every source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data is late, someone hears before the CEO does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deaths caused more incidents than logic bugs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is the default state - fight it on purpose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Discrepancies get owners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mismatch between systems is an organizational fact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owners on both sides, not just a ticket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is a relationship between teams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where the work happens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Runbooks next to the pipelines, not in a forgotten wiki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maps, ownership, decisions logged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quirk you document today is the incident you prevent next month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is built one reconciliation at a time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destroyed by one unexplained number. · rezalianvatiady.github.io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ETL Playbook: Data Quality at Scale</dc:title>
  <dc:subject>PptxGenJS Presentation</dc:subject>
  <dc:creator>Rezalian Vatiady</dc:creator>
  <cp:lastModifiedBy>Rezalian Vatiady</cp:lastModifiedBy>
  <cp:revision>1</cp:revision>
  <dcterms:created xsi:type="dcterms:W3CDTF">2026-09-23T12:19:32Z</dcterms:created>
  <dcterms:modified xsi:type="dcterms:W3CDTF">2026-09-23T12:19:32Z</dcterms:modified>
</cp:coreProperties>
</file>