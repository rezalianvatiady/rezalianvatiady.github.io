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Undocumented source behavior</c:v>
                </c:pt>
                <c:pt idx="1">
                  <c:v>Schedule deaths</c:v>
                </c:pt>
                <c:pt idx="2">
                  <c:v>Logic bugs</c:v>
                </c:pt>
                <c:pt idx="3">
                  <c:v>Schema drift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Schedule deaths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3</c:v>
                </c:pt>
                <c:pt idx="2">
                  <c:v>4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Logic bugs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 per quarter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Row counts</c:v>
                  </c:pt>
                  <c:pt idx="1">
                    <c:v>Sum checks</c:v>
                  </c:pt>
                  <c:pt idx="2">
                    <c:v>Freshness</c:v>
                  </c:pt>
                  <c:pt idx="3">
                    <c:v>Duplicate keys</c:v>
                  </c:pt>
                  <c:pt idx="4">
                    <c:v>Schema drift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9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"The ETL Playbook: Data Quality at Scale".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Why ETL fails quietly - and why silent is the default state; The arena: one datalake serving four countries of retail BI; Profiling sources and reconciling at every seam; Instrumenting schedules and giving discrepancies owners; What a trustworthy pipeline looks like in daily operation | Transition: next up - "ETL fails quietly".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ETL fails quietly | Talk track: Every principle in this playbook exists to make failure loud. | Transition: next up - "Regional BI across four countries, one datalake".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Regional BI across four countries, one datalake | Talk track: Run as Regional Business Intelligence Specialist for IKEA Indonesia. | Transition: next up - "The pipeline, instrumented end to end".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pipeline, instrumented end to end | Talk track: Reconciliation is a property of the pipeline, not a project. | Transition: next up - "Profile sources before you trust them".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Profile sources before you trust them | Talk track: You cannot validate against expectations you never defined. | Transition: next up - "Where data quality issues actually originate".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Where data quality issues actually originate | Insight: Half of 'quality issues' are undocumented source behavior - profiling prevents more than debugging ever will. | Talk track: Illustrative distribution consistent with the IKEA regional BI playbook. | Transition: next up - "Reconciliation checks at every seam".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Reconciliation checks at every seam | Talk track: Not quarterly, not on request - reconciliation runs on every load. | Transition: next up - "Instrument the schedule itself".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Instrument the schedule itself | Insight: Freshness alarms eliminated the biggest incident class within weeks - schedule deaths had caused more incidents than logic bugs. | Talk track: Illustrative trend showing the pattern behind the freshness-alarm principle. | Transition: next up - "Discrepancies get owners, not just tickets".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Discrepancies get owners, not just tickets | Talk track: A mismatch between systems is an organizational fact - treat it like one. | Transition: next up - "Onboarding a source: where the work happens".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Onboarding a source: where the work happens | Talk track: Runbooks live next to the pipelines, not in a wiki nobody opens. | Transition: next up - "What the seam checks catch in practice".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the seam checks catch in practice | Insight: Most findings are boring and predictable - which is exactly why automating the checks pays for itself. | Talk track: Illustrative mix from a mature quarter of seam checks; the point is coverage, not the exact counts. | Transition: next up - "Run on enterprise tools, governed like engineering".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Run on enterprise tools, governed like engineering | Talk track: Enterprise BI stacks mirror the discipline of the team running them. | Transition: next up - "Trust is built one reconciliation at a time".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Trust is built one reconciliation at a time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DATA ENGINEERING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ETL Playbook: Data Quality at Scale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fails quietly - unless you design against it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ETL fails quietly - and why silent is the default state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arena: one datalake serving four countries of retail BI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Profiling sources and reconciling at every seam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Instrumenting schedules and giving discrepancies owners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trustworthy pipeline looks like in daily operation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REALITY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ETL fails quietly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truncation, schema drift, and stale schedules never announce themselves.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notices for weeks - then leadership quotes the wrong number in a meeting.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 that 'works' is the most dangerous one, because nobody checks 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Loud failures get fixed the same day; quiet failures get fixed never.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design goal is not fewer failures - it is failures that cannot stay silent.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principle in this playbook exists to make failure loud.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ARENA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BI across four countries, one datalake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Markets supported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Indonesia, Taiwan, Hong Kong, and Macau reporting from one datalake.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Loads reconciled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boundary crossing gets checks - not a quarterly audit.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Undocumented quirks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of data quality issues trace to undocumented source behavior.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principles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playbook this deck walks through, applied to every source.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Run as Regional Business Intelligence Specialist for IKEA Indonesia.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pipeline, instrumented end to end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Alteryx schedules pull from regional store systems on a known cadence.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into SQL Server with schema checks before anything is trusted.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sum checks, and sampled rows at every seam - every load.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Sense dashboards subscribe to certified, reconciled models only.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fire when any source runs late - before the CEO asks.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is a property of the pipeline, not a project.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sources before you trust them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source gets a profile: expected row counts, key uniqueness, update cadence.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Known quirks are documented per source, next to the pipeline that consumes 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Restated numbers, skipped Sundays, late posts - every source has a personality.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Profiling turns 'the data is wrong' into 'this feed always restates yesterday'.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of quality issues are simply behavior nobody wrote down.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cannot validate against expectations you never defined.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data quality issues actually originate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Half of 'quality issues' are undocumented source behavior - profiling prevents more than debugging ever will.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distribution consistent with the IKEA regional BI playbook.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checks at every seam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Boundary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When it fails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 to landing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Row count and key uniqueness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load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Load halts, alert fires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Landing to datalake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Sum checks on money and volume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load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Discrepancy ticket with owner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Datalake to marts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Sampled row-level comparison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load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Transform blocked until resolved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Marts to dashboards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Certified model subscription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publish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refuses stale data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quarterly, not on request - reconciliation runs on every load.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Instrument the schedule itself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Freshness alarms eliminated the biggest incident class within weeks - schedule deaths had caused more incidents than logic bugs.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trend showing the pattern behind the freshness-alarm principle.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Discrepancies get owners, not just tickets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Ticket-only fixes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mismatch enters a queue and ages in 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sides assume the other one owns 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discrepancy returns next quarter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stays a technical problem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 owners on both sides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reconciliation failure has two names on it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conversation happens between teams, not queues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Fixes address the definition, not just the symptom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becomes a relationship that is maintained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mismatch between systems is an organizational fact - treat it like one.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 a source: where the work happens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2907792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9718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718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key uniqueness, cadence, and known quirks written down first.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531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319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6319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and sanity checks defined before the first production load.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2132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Seam checks wired into the pipeline from day one, not retrofitted.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38733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9521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9521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Alarm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9521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 attached to the schedule with a named recipient.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75334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6122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76122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76122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 lives next to the pipeline - the quirk you document today is the incident you prevent next month.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Runbooks live next to the pipelines, not in a wiki nobody opens.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seam checks catch in practice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Most findings are boring and predictable - which is exactly why automating the checks pays for itself.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mix from a mature quarter of seam checks; the point is coverage, not the exact counts.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enterprise tools, governed like engineering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Alteryx scheduled the pipelines feeding the datalake, with naming and error-path standards.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Sense served regional dashboards under Management Console governance.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 Server held the ground truth every check compared against.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definition registry recorded every KPI's formula, scope, and owner - one number, one definition.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tools did not create quality; the discipline wrapped around them did.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BI stacks mirror the discipline of the team running them.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is built one reconciliation at a time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datalake and your source systems already disagree - I find where and why.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design pipelines where failure is loud, owners are named, and numbers survive scrutiny.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me the pipeline everyone is afraid to touch.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ETL Playbook: Data Quality at Scale</dc:title>
  <dc:subject>PptxGenJS Presentation</dc:subject>
  <dc:creator>Rezalian Vatiady</dc:creator>
  <cp:lastModifiedBy>Rezalian Vatiady</cp:lastModifiedBy>
  <cp:revision>1</cp:revision>
  <dcterms:created xsi:type="dcterms:W3CDTF">2026-09-23T19:21:28Z</dcterms:created>
  <dcterms:modified xsi:type="dcterms:W3CDTF">2026-09-23T19:21:28Z</dcterms:modified>
</cp:coreProperties>
</file>