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RETAIL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countries, one datalake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BI Specialist - IKEA Indonesia (PT Rumah Mebel Nusantara)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operations across Indonesia, Taiwan, Hong Kong, and Macau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Regional Business Intelligence Specialist, Oct 2023 - Mar 2024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Business: PT Rumah Mebel Nusantara (IKEA Indonesia)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Audience: regional leadership, country teams, operations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BI, operated in anger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- regional dashboards and Management Console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- scheduling pipelines feeding the datalake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 SQL Server - the foundation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Datalake - the single source every market argues with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owned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scheduling pipelines and their health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Management Console administration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quality assurance between datalake and store systems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Collaboration with BI, Regional IT, and business teams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as a way of life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sum checks, sampled comparisons at every seam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Discrepancy hunting between datalake and regional systems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- silent schedule deaths are the default state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mismatch got a named owner, not just a ticket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four countries taught me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number, one definition - the definition registry was my most-used document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disagreements were definitions, not data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context matters per market; standardize definitions, not cultures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in numbers is earned row by row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breaks definitions before pipelines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Multi-market BI is an agreement problem wearing a technology costume.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BI at Scale: Four Countries, One Datalake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