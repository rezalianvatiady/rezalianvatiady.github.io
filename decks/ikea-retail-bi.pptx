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incidents (%)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2E8F0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Silent schedule failures</c:v>
                  </c:pt>
                  <c:pt idx="1">
                    <c:v>Definition mismatches</c:v>
                  </c:pt>
                  <c:pt idx="2">
                    <c:v>Source quirks</c:v>
                  </c:pt>
                  <c:pt idx="3">
                    <c:v>Load discrepancies</c:v>
                  </c:pt>
                  <c:pt idx="4">
                    <c:v>Logic bugs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2E8F0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Unexplained seam mismatches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11</c:v>
                </c:pt>
                <c:pt idx="2">
                  <c:v>9</c:v>
                </c:pt>
                <c:pt idx="3">
                  <c:v>7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Metric definitions</c:v>
                </c:pt>
                <c:pt idx="1">
                  <c:v>Source behavior and quirks</c:v>
                </c:pt>
                <c:pt idx="2">
                  <c:v>Pipeline failures</c:v>
                </c:pt>
                <c:pt idx="3">
                  <c:v>Genuine data errors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62"/>
      </c:doughnutChart>
      <c:spPr>
        <a:solidFill>
          <a:srgbClr val="0D142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· RETAIL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607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BI at Scale: Four Countries, One Datalake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markets, one datalake, zero tolerance for numbers that quietly disagree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440680"/>
            <a:ext cx="41148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961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Rezalian Vatiady · Zalin Labs · 2026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2112264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12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35608" y="20574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operation: regional BI across Indonesia, Taiwan, Hong Kong, and Macau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3044952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35608" y="29900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stack: Alteryx pipelines, a SQL Server datalake, and Qlik Sense dashboards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77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35608" y="3922776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quality playbook: reconciliation at every seam, alarms on every source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55080" y="2112264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12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22008" y="20574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Governance: one number, one definition, one owner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55080" y="3044952"/>
            <a:ext cx="420624" cy="420624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22008" y="29900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four countries teach about scale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OPERATION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markets, one datalake, daily decisions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BI operations across Indonesia, Taiwan, Hong Kong, and Macau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Regional Business Intelligence Specialist, Oct 2023 - Mar 2024, IKEA Indonesia (PT Rumah Mebel Nusantara)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Audience: regional leadership, country teams, and store operations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datalake served every market - and every market argued with 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 in numbers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Markets served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Indonesia, Taiwan, Hong Kong, and Macau reported from one shared datalake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BI tools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0332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Qlik Sense, Alteryx, and MS SQL Server operated as one pipeline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5508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Loads reconciled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counts, sum checks, and sampled comparisons on every load - not quarterly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15400" y="2194560"/>
            <a:ext cx="2423160" cy="26974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51460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052560" y="35204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Silent failures tolerated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098280" y="40690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alarms meant late data was escalated before it was reported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Regional BI at this scale is an operations discipline as much as a technology stack.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moved through four layers before leadership saw it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4040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2056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2056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systems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02056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store and business systems generated country-level data on their own cadences and quirks.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726284" y="3419856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2950312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8328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78328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Alteryx pipelines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78328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Alteryx workflows extracted, transformed, and loaded data into the datalake.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902556" y="3419856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6584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4600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4600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Datalake on SQL Server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54600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 SQL Server served as the shared foundation and single source for regional reporting.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078828" y="3419856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302856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0872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30872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Qlik Sense dashboards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30872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dashboards, administered through the Qlik Management Console, served all four markets.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9255100" y="3419856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9479128" y="2514600"/>
            <a:ext cx="1938528" cy="210312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7144" y="2633472"/>
            <a:ext cx="16824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7144" y="2962656"/>
            <a:ext cx="16824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07144" y="356616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leadership and country teams acted on the numbers - or challenged them.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seam between layers was a reconciliation point, not a leap of faith.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owned in the regional operation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Area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meant in practice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Pipeline scheduling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Alteryx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Owned the scheduled workflows feeding the datalake and their day-to-day health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 platform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Qlik Sense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Administered the Management Console behind regional dashboards in four markets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foundation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MS SQL Server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Kept the shared foundation dependable for every downstream report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quality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Datalake vs store systems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 reconciliation checks and discrepancy hunting between lake and sources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Alignment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BI, Regional IT, business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Turned every mismatch into a conversation with a named owner on both sides</a:t>
                      </a:r>
                      <a:endParaRPr lang="en-US" sz="10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ownership areas, one thread: nothing was allowed to fail quietly.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Reconciliation is a property, not a project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Reconciliation ran at every seam: row counts, sum checks, and sampled row-level comparisons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source was profiled for expected row counts, key uniqueness, update cadence, and known quirks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alarms covered every source, because silent schedule deaths are the default state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discrepancy got a named owner on both sides, not just a ticket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Runbooks lived next to the pipelines, not in a wiki nobody opens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 SOURCES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reporting incidents were not logic bugs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Instrumenting schedules and definitions prevented more incidents than fixing code ever did.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distribution of reporting-incident causes across the operation.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number, one definition, one owner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definition registry was the most-used document: every KPI, its formula, its scope, its owner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two markets disagreed on a returns figure, the fix was almost never technical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cross-country disputes were definitions wearing the costume of data problems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context matters per market - standardize definitions, never cultures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in the numbers is earned row by row and destroyed by one unexplained figure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DRIFT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Reconciliation catches drift before leadership does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Reconciliation on every load drove unexplained mismatches steadily toward zero.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weekly trend of unexplained mismatches at reconciliation seams.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DISAGREEMENTS CAME FROM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cross-market fights were definitions, not data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41324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50468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The fix for most disputes was a registry entry, not a code change.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breakdown of cross-market data disagreements.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PLAYBOOK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breaks definitions before pipelines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 quality playbook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Numbers drift between datalake and store systems until someone notices in a meeting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Schedules die silently and reports quietly show stale data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Discrepancies float as tickets with no accountable owner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91072" y="2011680"/>
            <a:ext cx="5074920" cy="361188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240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the playbook I ran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65392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Reconciliation at every load, with named owners on both sides of every mismatch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alarms fire before stale numbers reach leadership</a:t>
            </a:r>
            <a:endParaRPr lang="en-US" sz="128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2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Quirks and runbooks documented where the work actually happens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053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Multi-market BI is an agreement problem wearing a technology costume.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four countries taught me about BI at scale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number, one definition - governance outvalues every technical optimization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 pipelines, because silent failure is the default state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Collaboration with Regional IT is a feature of the system, not overhead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Standardize definitions across markets; respect the cultures that use them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WITH 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BI your whole region can trust?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3429000"/>
            <a:ext cx="8183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run regional BI where data quality and definitions are engineered, not hoped for</a:t>
            </a:r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Alteryx pipelines to Qlik dashboards: operations that survive four markets of scrutiny</a:t>
            </a:r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 for freelance and contract engagements worldwide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66160" y="5212080"/>
            <a:ext cx="5074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766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rezalianvatiady.github.io · github.com/rezalianvatiady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698480" y="63825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Zalin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BI at Scale: Four Countries, One Datalake</dc:title>
  <dc:subject>PptxGenJS Presentation</dc:subject>
  <dc:creator>Rezalian Vatiady</dc:creator>
  <cp:lastModifiedBy>Rezalian Vatiady</cp:lastModifiedBy>
  <cp:revision>1</cp:revision>
  <dcterms:created xsi:type="dcterms:W3CDTF">2026-09-23T14:49:06Z</dcterms:created>
  <dcterms:modified xsi:type="dcterms:W3CDTF">2026-09-23T14:49:06Z</dcterms:modified>
</cp:coreProperties>
</file>