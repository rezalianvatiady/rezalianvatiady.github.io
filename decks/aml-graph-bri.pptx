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5544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spc="4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CASE STUDY · BANKING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2286000"/>
            <a:ext cx="105156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AML analytics with graph databases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822960" y="420624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Analysis work with Bank Rakyat Indonesia (BRI) · IT Business Analyst · Rezalian Vatiady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69848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/ 8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CONTEXT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960120"/>
            <a:ext cx="10515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project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68680" y="2057400"/>
            <a:ext cx="104241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Anti-money laundering analysis with Bank Rakyat Indonesia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Role: IT Business Analyst, Feb 2023 - Sep 2023 (PT Prima Integrasi Network)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Toolkit: Graph Database Toolkit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Deliverables: analysis, documentation, stakeholder reporting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69848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/ 8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WHY GRAPHS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960120"/>
            <a:ext cx="10515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Tables hide what graphs reveal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68680" y="2057400"/>
            <a:ext cx="104241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Money laundering is relational: layered transfers, circular flows, mule networks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Relational joins strain to express what a graph shows as a shape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suspicious ring becomes visible - not a 40-line query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schema forces the conversation: what does connected actually mean?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69848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/ 8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MY ROLE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960120"/>
            <a:ext cx="10515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Analysis discipline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68680" y="2057400"/>
            <a:ext cx="104241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Requirements gathering with compliance stakeholders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Pattern definition with the graph toolkit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Documentation auditors and non-technical reviewers could follow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Operational optimization opportunities across the workflow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69848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/ 8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APPROACH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960120"/>
            <a:ext cx="10515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Constraints first, technology second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68680" y="2057400"/>
            <a:ext cx="104241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AML has hard rules and thresholds - learn them before choosing tools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Define entity relationships with the business, not for them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Iterate patterns against real reviewer feedback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Explainability is a feature: unexplainable detection is unusable detection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69848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/ 8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OUTCOMES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960120"/>
            <a:ext cx="10515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the project delivered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68680" y="2057400"/>
            <a:ext cx="104241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Graph-based analysis patterns for AML review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Clear documentation for audit and stakeholders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operational optimization opportunities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team that thinks in networks now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69848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 / 8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LESSONS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960120"/>
            <a:ext cx="10515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outlived the project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68680" y="2057400"/>
            <a:ext cx="104241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Domain constraints before technology choices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schema is the analysis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When data is about relationships, model relationships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69848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 / 8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5544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spc="4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TAKEAWAY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2286000"/>
            <a:ext cx="105156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Model the relationships, not the tables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822960" y="420624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Sounds obvious - almost nobody does it. · rezalianvatiady.github.io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69848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 / 8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Zalin Labs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AML Analytics with Graph Databases</dc:title>
  <dc:subject>PptxGenJS Presentation</dc:subject>
  <dc:creator>Rezalian Vatiady</dc:creator>
  <cp:lastModifiedBy>Rezalian Vatiady</cp:lastModifiedBy>
  <cp:revision>1</cp:revision>
  <dcterms:created xsi:type="dcterms:W3CDTF">2026-09-23T12:19:32Z</dcterms:created>
  <dcterms:modified xsi:type="dcterms:W3CDTF">2026-09-23T12:19:32Z</dcterms:modified>
</cp:coreProperties>
</file>