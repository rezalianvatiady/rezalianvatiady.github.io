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effort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Schema and requirements</c:v>
                  </c:pt>
                  <c:pt idx="1">
                    <c:v>Pattern definition</c:v>
                  </c:pt>
                  <c:pt idx="2">
                    <c:v>Validation and review</c:v>
                  </c:pt>
                  <c:pt idx="3">
                    <c:v>Documentation</c:v>
                  </c:pt>
                  <c:pt idx="4">
                    <c:v>Workflow optimization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Patterns passing compliance review (%)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Iter 1</c:v>
                  </c:pt>
                  <c:pt idx="1">
                    <c:v>Iter 2</c:v>
                  </c:pt>
                  <c:pt idx="2">
                    <c:v>Iter 3</c:v>
                  </c:pt>
                  <c:pt idx="3">
                    <c:v>Iter 4</c:v>
                  </c:pt>
                  <c:pt idx="4">
                    <c:v>Iter 5</c:v>
                  </c:pt>
                  <c:pt idx="5">
                    <c:v>Iter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35</c:v>
                </c:pt>
                <c:pt idx="2">
                  <c:v>55</c:v>
                </c:pt>
                <c:pt idx="3">
                  <c:v>70</c:v>
                </c:pt>
                <c:pt idx="4">
                  <c:v>85</c:v>
                </c:pt>
                <c:pt idx="5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Regulatory alignment</c:v>
                </c:pt>
                <c:pt idx="1">
                  <c:v>Visual clarity</c:v>
                </c:pt>
                <c:pt idx="2">
                  <c:v>Documented logic</c:v>
                </c:pt>
                <c:pt idx="3">
                  <c:v>Reproducibility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firstSliceAng val="0"/>
        <c:holeSize val="62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BANKING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AML Analytics with Graph Databases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is a network problem - network problems need graphs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44068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96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356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engagement: anti-money laundering analysis at Bank Rakyat Indonesia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relational tables hide fraud that graphs make visible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392277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detection patterns were defined with compliance stakeholders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220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Evidence: effort distribution, pattern maturity, and what makes detections actionable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550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that transfer to any relationship-heavy data problem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needed patterns, not another report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Anti-money laundering analysis engagement with Bank Rakyat Indonesia (BRI)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IT Business Analyst, Feb 2023 - Sep 2023, via PT Prima Integrasi Network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toolkit: a graph database toolkit purpose-built for relationship analysis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 pattern definitions, audit-ready documentation, and stakeholder reporting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Stakeholders thought in regulations - the analysis had to speak both languages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AML resists the usual tooling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types linked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Accounts, transactions, and parties joined over and over to expose one pattern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per ring query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single suspicious ring took to express in relational SQL - versus one visible shape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Detections explainable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pattern had to survive audit and non-technical review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 that mattered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9828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connected actually means - agreed with compliance, not assumed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constraints that shaped the approach: relationship density and explainability, not data volume.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 TIMELINE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regulatory requirements to reviewable patterns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3035808"/>
            <a:ext cx="9464040" cy="0"/>
          </a:xfrm>
          <a:prstGeom prst="line">
            <a:avLst/>
          </a:prstGeom>
          <a:noFill/>
          <a:ln w="25400">
            <a:solidFill>
              <a:srgbClr val="243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953512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Translated AML rules and thresholds into entities, relationships, and detection goals together with compliance stakeholders.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5314" y="2953512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891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0891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design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0891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Modeled accounts, transactions, and parties so the schema itself expressed the analysis.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2953512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definition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7492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detection patterns in the graph toolkit: layered transfers, circular flows, and mule networks.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7334" y="2953512"/>
            <a:ext cx="164592" cy="164592"/>
          </a:xfrm>
          <a:prstGeom prst="ellipse">
            <a:avLst/>
          </a:prstGeom>
          <a:solidFill>
            <a:srgbClr val="06B6D4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093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4093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4093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Iterated every pattern against reviewer feedback and hard regulatory rules before it was trusted.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753344" y="2953512"/>
            <a:ext cx="164592" cy="164592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0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6940" y="239572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06940" y="33101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06940" y="3895344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documentation auditors and non-technical reviewers could follow, plus workflow optimization recommendations.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schema was half the value: it forced a shared definition of connected.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SHAPE OF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laundering patterns, two ways to see them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Relational reality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Graph reality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Layered transfers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Chains of joins across accounts and dates that grow with every hop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path - depth and hops read directly from the shape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Circular flows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Recursive queries that expand with each new hop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cycle - closed loops are visible at a glance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Mule networks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Many-to-many joins that explode combinatorially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hub - one account with abnormal fan-out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Ring detection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40-line query few reviewers can verify line by line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shape a reviewer can confirm before reading the query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data, different model - review meetings became shape discussions instead of SQL walkthroughs.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DISCIPLINE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analyst work behind the patterns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gathering with compliance stakeholders who think in regulations, not data models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and pattern definition in the graph toolkit, iterated against real reviewer feedback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written for auditors and non-technical reviewers, not just engineers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Identification of operational optimization opportunities across the analysis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EFFORT WENT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effort concentrated where money actually hides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Half the value came from modeling - schema and pattern definition, not querying.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distribution of analysis effort across the engagement.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 first, technology second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AML has hard rules and thresholds - learn them before choosing any technology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relationships were defined with the business, not for them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were iterated against real reviewer feedback, not internal opinion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was treated as a feature: an unexplainable detection is an unusable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MATURITY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 trust grew with iteration, not with more queries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Each review cycle tightened definitions until patterns survived compliance review first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iteration curve across review cycles.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MAKES A DETECTION ACTIONABLE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explainable detection is an actionable detection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Detection logic reviewers can replay and explain is what converts alerts into action.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weighting of review criteria from the engagement.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the transactions, or model the relationships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Relational-first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patterns expressed as ever-growing join chains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new hop multiplies query complexity and review cost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 audit SQL instead of discussing shapes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Graph-first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patterns appear as paths, cycles, and hubs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detection questions reuse the same schema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 confirm a shape, then trust the query behind it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schema is the analysis: half the value came from defining what connected means.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lessons that outlived the project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constraints come first - learn AML's hard rules before choosing any technology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is a feature: a detection nobody can explain is one nobody can act on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schema is the analysis - forcing a shared definition of connected was half the value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your data is about relationships, model relationships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analysis your auditors can actually follow?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429000"/>
            <a:ext cx="8183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turn relationship-heavy problems into models and detection patterns reviewers trust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requirements to documentation: analysis built to survive compliance review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for freelance and contract engagements worldwide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766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Analytics with Graph Databases</dc:title>
  <dc:subject>PptxGenJS Presentation</dc:subject>
  <dc:creator>Rezalian Vatiady</dc:creator>
  <cp:lastModifiedBy>Rezalian Vatiady</cp:lastModifiedBy>
  <cp:revision>1</cp:revision>
  <dcterms:created xsi:type="dcterms:W3CDTF">2026-09-23T14:49:06Z</dcterms:created>
  <dcterms:modified xsi:type="dcterms:W3CDTF">2026-09-23T14:49:06Z</dcterms:modified>
</cp:coreProperties>
</file>