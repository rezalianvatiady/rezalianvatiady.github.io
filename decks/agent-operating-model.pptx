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OPERATING MODEL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Roles, not vibes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nine AI agents run a real company without colliding · Rezalian Vatiady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Nine agents, nine mandates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Builder and engineering agents - ships the product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- owns the release gate, can stop the line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- tracks status, priorities, pending decisions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 - the company never forgets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Secretary - portfolio, presentations, content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Specialists - data, GIS, OSINT, system watchdog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memory beats private memory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structured knowledge base: rules, status, lessons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agent reads it before starting work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Contradictions are visible, not buried in chat history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agents onboard by reading, not by asking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or it did not happen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Claims require logs, files, or markers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status field is not evidence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 reports are mandatory - no silent requeues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Fake green checkmarks are treated as bugs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Rooms, not whispers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Coordination happens in a shared workspace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Decisions needing the human enter an approval queue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verdict is visible and auditable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Impersonation is structurally impossible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Queues, not interrupts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agent owns its work queue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Pause, resume, and skip are explicit operations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Parallel work never collides or blocks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Idle gates prevent fake busyness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things break - and they will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Watchdog detects dead agents and recovers automatically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red status beats fake green status, every time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end as written lessons, not war stories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Protocols get amended, and everyone gets smarter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Constraints beat cleverness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the protocols first. The agents will thank you by being boring and reliable. · rezalianvatiady.github.io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9-Agent Operating Model</dc:title>
  <dc:subject>PptxGenJS Presentation</dc:subject>
  <dc:creator>Rezalian Vatiady</dc:creator>
  <cp:lastModifiedBy>Rezalian Vatiady</cp:lastModifiedBy>
  <cp:revision>1</cp:revision>
  <dcterms:created xsi:type="dcterms:W3CDTF">2026-09-23T12:19:32Z</dcterms:created>
  <dcterms:modified xsi:type="dcterms:W3CDTF">2026-09-23T12:19:32Z</dcterms:modified>
</cp:coreProperties>
</file>