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Status (current truth)</c:v>
                </c:pt>
                <c:pt idx="1">
                  <c:v>Lessons (incidents + fixes)</c:v>
                </c:pt>
                <c:pt idx="2">
                  <c:v>Rules (binding decisions)</c:v>
                </c:pt>
                <c:pt idx="3">
                  <c:v>Archives (searchable history)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Specialist agents in production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Q3 2024</c:v>
                  </c:pt>
                  <c:pt idx="1">
                    <c:v>Q1 2025</c:v>
                  </c:pt>
                  <c:pt idx="2">
                    <c:v>Q3 2025</c:v>
                  </c:pt>
                  <c:pt idx="3">
                    <c:v>Q1 2026</c:v>
                  </c:pt>
                  <c:pt idx="4">
                    <c:v>Q3 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Agents own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Version bumps</c:v>
                  </c:pt>
                  <c:pt idx="1">
                    <c:v>Flow verification</c:v>
                  </c:pt>
                  <c:pt idx="2">
                    <c:v>Docs updates</c:v>
                  </c:pt>
                  <c:pt idx="3">
                    <c:v>Build calls</c:v>
                  </c:pt>
                  <c:pt idx="4">
                    <c:v>Speed vs quality</c:v>
                  </c:pt>
                  <c:pt idx="5">
                    <c:v>Release approval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</c:v>
                </c:pt>
                <c:pt idx="1">
                  <c:v>90</c:v>
                </c:pt>
                <c:pt idx="2">
                  <c:v>85</c:v>
                </c:pt>
                <c:pt idx="3">
                  <c:v>80</c:v>
                </c:pt>
                <c:pt idx="4">
                  <c:v>10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 owns (%)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Version bumps</c:v>
                  </c:pt>
                  <c:pt idx="1">
                    <c:v>Flow verification</c:v>
                  </c:pt>
                  <c:pt idx="2">
                    <c:v>Docs updates</c:v>
                  </c:pt>
                  <c:pt idx="3">
                    <c:v>Build calls</c:v>
                  </c:pt>
                  <c:pt idx="4">
                    <c:v>Speed vs quality</c:v>
                  </c:pt>
                  <c:pt idx="5">
                    <c:v>Release approval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90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LABS · AI OPS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9-Agent Operating Model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nine AI agents run a real company without colliding, lying, or forgetting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agents, nine mandates: the role map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protocols: memory, evidence, rooms, queues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lifecycle, from brief to approval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numbers: routing accuracy, checks, zero self-approvals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Division of labor: what agents own vs what the human owns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550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220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handling: watchdog, honest red status, written lessons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Nine agents, nine mandates - no vibes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build and maintain apps end-to-end, from spec to shipped build.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QA agent owns the release gate and can stop the line; the PM agent tracks status, priorities, and pending decisions.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docs agent keeps every rule, decision, and lesson written down, so the company never forgets.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secretary agent runs portfolio, presentations, and content; specialists cover data, GIS, OSINT, and system watching.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mandate is scoped; a generalist that attempts everything owns nothing.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agent has a mandate and a guardrail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Mandate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Guardrail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Engineering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and maintain apps end-to-end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Ships only through the quality gate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 the release gate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blocker stops the line, no exceptions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Track status, priorities, pending decisions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 is truth, not a claim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rules, decisions, lessons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Append-only; old versions archived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Secretary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Portfolio, presentations, content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output meets the same gates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Specialists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Data, GIS, OSINT, watchdog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data only; provenance attached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rows, nine agents - the specialists share one row and the same discipline.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LIFECYCLE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 piece of work moves through the workforce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task enters with acceptance criteria and a named owner agent.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lands in that agent's own queue, so parallel work never collides.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shared memory, does the scoped work, and records evidence.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the quality gate check claims against artifacts, not status fields.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Anything that needs the human goes to the approval queue; verdicts are visible.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arrow is a protocol, not a habit.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1 &amp;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memory beats private memory - and evidence is mandatory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knowledge base holds rules, status, and lessons in strict formats every agent reads before working.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Contradictions become visible instead of buried in chat history, and new agents onboard by reading.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claim needs a log, file, or marker; a status field is not evidence.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reports are mandatory and never silently requeued, because fake green checkmarks are bugs.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memory is muddy, every agent is confidently wrong in its own unique direction.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 MEMORY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lives in the memory of the company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Memory design is governance design: deciding what is a rule versus a status forces clarity.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composition; status is overwritten constantly while rules stay append-only.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 3 &amp;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prompt is a wish; a protocol is law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Prompt-driven operations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depends on phrasing and vibes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Claims pass because a status field says done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get silently requeued and forgotten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Protocol-driven operations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Rooms over whispers: coordination is visible and auditable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Queues over interrupts: pause, resume, and skip are explicit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protocol gap becomes a written amendment everyone inherits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Demote prompts to suggestions and write the rules down - the workforce gets smarter.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Reliability you can read from artifacts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Coordinated through shared rooms and per-agent queues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validation set that gates every change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miss, one sharpened boundary, full re-run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Self-approved releases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work - the human signs off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Honest evidence is the whole system: nothing here is claimed, everything is recorded.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workforce grew because the protocols held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Scope grows when coordination is structural, not heroic.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count over time, illustrative trajectory aligned with public milestones.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DIVISION OF LABOR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own execution; the human owns judgment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founder stopped being the bottleneck for execution and became the bottleneck for judgment.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share per task type, illustrative.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 HANDLING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things break - and they will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3035808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watchdog notices first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 agents and misbehaving machines are detected and recovered automatically.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531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891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0891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red status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0891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status reported honestly beats a fake green status, every time.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Queues hold the 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7492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Per-agent queues isolate the blast radius so parallel work keeps moving.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87334" y="2953512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4093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4093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incident becomes a lesson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4093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broke, why, and the fix - attached to evidence and never deleted.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753344" y="2953512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6940" y="239572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06940" y="3310128"/>
            <a:ext cx="2057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 gets smarter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806940" y="3895344"/>
            <a:ext cx="2057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protocol is amended, and the whole workforce inherits the fix.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end as written lessons, not war stories.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not a founder toy - it is an operating discipline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run a team or buy AI-built software, the same protocols make outputs auditable.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 roles, shared context, honest evidence, and visible decisions transfer to any workflow.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technology is the easy half; the operating model is the durable part.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for people who design protocols first and prompts second.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Disciplined orchestration beats a smarter chatbot in production.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Want an AI workforce that behaves like staff?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agent operating models: roles, protocols, memory, queues, and failure handling.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available for AI automation and data projects worldwide via Upwork.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9-Agent Operating Model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