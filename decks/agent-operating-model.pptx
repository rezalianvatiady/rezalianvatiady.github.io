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Breakdown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Status (current truth)</c:v>
                </c:pt>
                <c:pt idx="1">
                  <c:v>Lessons (incidents + fixes)</c:v>
                </c:pt>
                <c:pt idx="2">
                  <c:v>Rules (binding decisions)</c:v>
                </c:pt>
                <c:pt idx="3">
                  <c:v>Archives (searchable history)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35</c:v>
                </c:pt>
                <c:pt idx="1">
                  <c:v>25</c:v>
                </c:pt>
                <c:pt idx="2">
                  <c:v>20</c:v>
                </c:pt>
                <c:pt idx="3">
                  <c:v>20</c:v>
                </c:pt>
              </c:numCache>
            </c:numRef>
          </c:val>
        </c:ser>
        <c:firstSliceAng val="0"/>
        <c:holeSize val="60"/>
      </c:doughnutChart>
      <c:spPr>
        <a:solidFill>
          <a:srgbClr val="0D142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Specialist agents in production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Q3 2024</c:v>
                  </c:pt>
                  <c:pt idx="1">
                    <c:v>Q1 2025</c:v>
                  </c:pt>
                  <c:pt idx="2">
                    <c:v>Q3 2025</c:v>
                  </c:pt>
                  <c:pt idx="3">
                    <c:v>Q1 2026</c:v>
                  </c:pt>
                  <c:pt idx="4">
                    <c:v>Q3 2026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5</c:v>
                </c:pt>
                <c:pt idx="2">
                  <c:v>6</c:v>
                </c:pt>
                <c:pt idx="3">
                  <c:v>8</c:v>
                </c:pt>
                <c:pt idx="4">
                  <c:v>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Agents own (%)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Version bumps</c:v>
                  </c:pt>
                  <c:pt idx="1">
                    <c:v>Flow verification</c:v>
                  </c:pt>
                  <c:pt idx="2">
                    <c:v>Docs updates</c:v>
                  </c:pt>
                  <c:pt idx="3">
                    <c:v>Build calls</c:v>
                  </c:pt>
                  <c:pt idx="4">
                    <c:v>Speed vs quality</c:v>
                  </c:pt>
                  <c:pt idx="5">
                    <c:v>Release approval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95</c:v>
                </c:pt>
                <c:pt idx="1">
                  <c:v>90</c:v>
                </c:pt>
                <c:pt idx="2">
                  <c:v>85</c:v>
                </c:pt>
                <c:pt idx="3">
                  <c:v>80</c:v>
                </c:pt>
                <c:pt idx="4">
                  <c:v>10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Human owns (%)</c:v>
                </c:pt>
              </c:strCache>
            </c:strRef>
          </c:tx>
          <c:spPr>
            <a:solidFill>
              <a:srgbClr val="06B6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Version bumps</c:v>
                  </c:pt>
                  <c:pt idx="1">
                    <c:v>Flow verification</c:v>
                  </c:pt>
                  <c:pt idx="2">
                    <c:v>Docs updates</c:v>
                  </c:pt>
                  <c:pt idx="3">
                    <c:v>Build calls</c:v>
                  </c:pt>
                  <c:pt idx="4">
                    <c:v>Speed vs quality</c:v>
                  </c:pt>
                  <c:pt idx="5">
                    <c:v>Release approval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90</c:v>
                </c:pt>
                <c:pt idx="5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introduce yourself and this deck, "The 9-Agent Operating Model". | Transition: next up - "What this deck covers".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this deck covers | Agenda: Nine agents, nine mandates: the role map; The protocols: memory, evidence, rooms, queues; The request lifecycle, from brief to approval; The numbers: routing accuracy, checks, zero self-approvals; Division of labor: what agents own vs what the human owns; Failure handling: watchdog, honest red status, written lessons | Transition: next up - "Nine agents, nine mandates - no vibes".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Nine agents, nine mandates - no vibes | Talk track: Every mandate is scoped; a generalist that attempts everything owns nothing. | Transition: next up - "Each agent has a mandate and a guardrail".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Each agent has a mandate and a guardrail | Talk track: Six rows, nine agents - the specialists share one row and the same discipline. | Transition: next up - "How a piece of work moves through the workforce".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How a piece of work moves through the workforce | Talk track: Every arrow is a protocol, not a habit. | Transition: next up - "Shared memory beats private memory - and evidence is mandatory".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Shared memory beats private memory - and evidence is mandatory | Talk track: If the memory is muddy, every agent is confidently wrong in its own unique direction. | Transition: next up - "What lives in the memory of the company".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lives in the memory of the company | Insight: Memory design is governance design: deciding what is a rule versus a status forces clarity. | Talk track: Illustrative composition; status is overwritten constantly while rules stay append-only. | Transition: next up - "A prompt is a wish; a protocol is law".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 prompt is a wish; a protocol is law | Talk track: Demote prompts to suggestions and write the rules down - the workforce gets smarter. | Transition: next up - "Reliability you can read from artifacts".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Reliability you can read from artifacts | Talk track: Honest evidence is the whole system: nothing here is claimed, everything is recorded. | Transition: next up - "The workforce grew because the protocols held".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workforce grew because the protocols held | Insight: Scope grows when coordination is structural, not heroic. | Talk track: Agent count over time, illustrative trajectory aligned with public milestones. | Transition: next up - "Agents own execution; the human owns judgment".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Agents own execution; the human owns judgment | Insight: The founder stopped being the bottleneck for execution and became the bottleneck for judgment. | Talk track: Ownership share per task type, illustrative. | Transition: next up - "When things break - and they will".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When things break - and they will | Talk track: Incidents end as written lessons, not war stories. | Transition: next up - "This is not a founder toy - it is an operating discipline".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This is not a founder toy - it is an operating discipline | Talk track: Disciplined orchestration beats a smarter chatbot in production. | Transition: next up - "Want an AI workforce that behaves like staff?".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Want an AI workforce that behaves like staff? | Transition: close with the call to action on the contact slide,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ZALIN LABS · AI OPS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9-Agent Operating Model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nine AI agents run a real company without colliding, lying, or forgetting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11480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321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Rezalian Vatiady · Zalin Labs · 2026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14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686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721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Nine agents, nine mandates: the role map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721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protocols: memory, evidence, rooms, queues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61104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261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72184" y="4169664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request lifecycle, from brief to approval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550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585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numbers: routing accuracy, checks, zero self-approvals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550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9585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Division of labor: what agents own vs what the human owns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355080" y="4261104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55080" y="4261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958584" y="4169664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 handling: watchdog, honest red status, written lessons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14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Nine agents, nine mandates - no vibes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Engineering agents build and maintain apps end-to-end, from spec to shipped build.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QA agent owns the release gate and can stop the line.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docs agent keeps every rule, decision, and lesson written down, so the company never forgets.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secretary agent runs portfolio, presentations, and content; specialists cover data, GIS, OSINT, and system watching.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mandate is scoped; a generalist that attempts everything owns nothing.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14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ROLE MAP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agent has a mandate and a guardrail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28800"/>
          <a:ext cx="10515600" cy="914400"/>
        </p:xfrm>
        <a:graphic>
          <a:graphicData uri="http://schemas.openxmlformats.org/drawingml/2006/table">
            <a:tbl>
              <a:tblPr/>
              <a:tblGrid>
                <a:gridCol w="3505200"/>
                <a:gridCol w="3505200"/>
                <a:gridCol w="3505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Mandate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Guardrail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Engineering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 and maintain apps end-to-end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Ships only through the quality gate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QA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Own the release gate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blocker stops the line, no exceptions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PM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Track status, priorities, pending decisions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 is truth, not a claim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Keep rules, decisions, lessons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Append-only; old versions archived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Secretary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Portfolio, presentations, content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 output meets the same gates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Specialists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Data, GIS, OSINT, watchdog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 data only; provenance attached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rows, nine agents - the specialists share one row and the same discipline.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 LIFECYCLE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a piece of work moves through the workforce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774040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2056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02056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Brief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02056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task enters with acceptance criteria and a named owner agent.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26284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2950312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8328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078328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Queue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078328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lands in that agent's own queue, so parallel work never collides.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902556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6584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54600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254600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254600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reads shared memory, does the scoped work, and records evidence.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078828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7302856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30872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430872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430872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and the quality gate check claims against artifacts, not status fields.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255100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6" name="Shape 24"/>
          <p:cNvSpPr/>
          <p:nvPr/>
        </p:nvSpPr>
        <p:spPr>
          <a:xfrm>
            <a:off x="9479128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7144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607144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607144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Anything that needs the human goes to the approval queue; verdicts are visible.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arrow is a protocol, not a habit.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14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PROTOCOL 1 &amp;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memory beats private memory - and evidence is mandatory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structured knowledge base holds rules, status, and lessons in strict formats every agent reads before working.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Contradictions become visible instead of buried in chat history, and new agents onboard by reading.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claim needs a log, file, or marker; a status field is not evidence.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 reports are mandatory and never silently requeued, because fake green checkmarks are bugs.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the memory is muddy, every agent is confidently wrong in its own unique direction.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14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COMPANY MEMORY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lives in the memory of the company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783080"/>
          <a:ext cx="10515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Memory design is governance design: deciding what is a rule versus a status forces clarity.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composition; status is overwritten constantly while rules stay append-only.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14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PROTOCOL 3 &amp;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prompt is a wish; a protocol is law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Prompt-driven operations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depends on phrasing and vibes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Claims pass because a status field says done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Failures get silently requeued and forgotten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91072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Protocol-driven operations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65392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Rooms over whispers: coordination is visible and auditable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Queues over interrupts: pause, resume, and skip are explicit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protocol gap becomes a written amendment everyone inherits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Demote prompts to suggestions and write the rules down - the workforce gets smarter.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14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NUMBERS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Reliability you can read from artifacts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9+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 agents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Coordinated through shared rooms and per-agent queues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52044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Router accuracy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0332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the 30-query validation set that gates every change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51/52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35508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checks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miss, one sharpened boundary, full re-run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91540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05256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Self-approved releases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09828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never approve their own work - the human signs off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Honest evidence is the whole system: nothing here is claimed, everything is recorded.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14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GROWTH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workforce grew because the protocols held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Scope grows when coordination is structural, not heroic.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count over time, illustrative trajectory aligned with public milestones.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14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DIVISION OF LABOR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own execution; the human owns judgment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The founder stopped being the bottleneck for execution and became the bottleneck for judgment.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Ownership share per task type, illustrative.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14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FAILURE HANDLING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things break - and they will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371600" y="2907792"/>
            <a:ext cx="9464040" cy="0"/>
          </a:xfrm>
          <a:prstGeom prst="line">
            <a:avLst/>
          </a:prstGeom>
          <a:noFill/>
          <a:ln w="25400">
            <a:solidFill>
              <a:srgbClr val="24365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9304" y="2825496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718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Detect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9718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watchdog notices first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9718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Dead agents and misbehaving machines are detected and recovered automatically.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655314" y="2825496"/>
            <a:ext cx="164592" cy="164592"/>
          </a:xfrm>
          <a:prstGeom prst="ellipse">
            <a:avLst/>
          </a:prstGeom>
          <a:solidFill>
            <a:srgbClr val="06B6D4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6319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6319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red status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66319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red status reported honestly beats a fake green status, every time.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021324" y="2825496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02920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Queues hold the line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Per-agent queues isolate the blast radius so parallel work keeps moving.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387334" y="2825496"/>
            <a:ext cx="164592" cy="164592"/>
          </a:xfrm>
          <a:prstGeom prst="ellipse">
            <a:avLst/>
          </a:prstGeom>
          <a:solidFill>
            <a:srgbClr val="06B6D4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9521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39521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incident becomes a lesson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9521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broke, why, and the fix - attached to evidence and never deleted.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0753344" y="2825496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6122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Amend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76122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protocol gets smarter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76122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protocol is amended, and the whole workforce inherits the fix.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end as written lessons, not war stories.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14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IT MATTERS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is not a founder toy - it is an operating discipline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you run a team or buy AI-built software, the same protocols make outputs auditable.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Clear roles, shared context, honest evidence, and visible decisions transfer to any workflow.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technology is the easy half; the operating model is the durable part.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Hire for people who design protocols first and prompts second.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Disciplined orchestration beats a smarter chatbot in production.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14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WITH ME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Want an AI workforce that behaves like staff?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011680" y="3383280"/>
            <a:ext cx="8183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design agent operating models: roles, protocols, memory, queues, and failure handling.</a:t>
            </a:r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Also available for AI automation and data projects worldwide via Upwork.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566160" y="5212080"/>
            <a:ext cx="50749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rezalianvatiady.github.io · github.com/rezalianvatiady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9-Agent Operating Model</dc:title>
  <dc:subject>PptxGenJS Presentation</dc:subject>
  <dc:creator>Rezalian Vatiady</dc:creator>
  <cp:lastModifiedBy>Rezalian Vatiady</cp:lastModifiedBy>
  <cp:revision>1</cp:revision>
  <dcterms:created xsi:type="dcterms:W3CDTF">2026-09-23T19:52:38Z</dcterms:created>
  <dcterms:modified xsi:type="dcterms:W3CDTF">2026-09-23T19:52:38Z</dcterms:modified>
</cp:coreProperties>
</file>