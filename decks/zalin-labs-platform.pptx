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5544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spc="4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ZALIN LABS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2286000"/>
            <a:ext cx="105156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founder. Nine agents. Thirty-plus apps.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822960" y="420624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portfolio of production Android apps plus a full company platform · Rezalian Vatiady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69848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/ 8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PREMISE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60120"/>
            <a:ext cx="10515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changed the economics of software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68680" y="2057400"/>
            <a:ext cx="104241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disciplined founder with reliable agents outships a distracted team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Speed is cheap - so quality gates become the differentiator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release must be provably good, not hopefully good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Leverage is now programmable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69848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/ 8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SUITE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60120"/>
            <a:ext cx="10515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30+ production Android apps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68680" y="2057400"/>
            <a:ext cx="104241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Productivity, data, and utility apps - all live, all maintained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full platform backend behind them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promote folder: the newest APK of every app, always findable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status file per app: features, versions, decisions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69848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/ 8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PIPELINE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60120"/>
            <a:ext cx="10515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From brief to shipped, gated at every step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68680" y="2057400"/>
            <a:ext cx="104241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 - engineering agents produce versioned APKs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Gate - golden path, zero dead buttons, offline behavior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Promote - version bump plus archived previous version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Record - evidence written down or it did not happen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69848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/ 8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OPERATIONS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60120"/>
            <a:ext cx="10515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Protocol-driven, human-approved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68680" y="2057400"/>
            <a:ext cx="104241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Shared rooms instead of private whispers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Per-agent queues so parallel work never collides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Approval queue: agents never approve their own releases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Watchdog recovery when machines misbehave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69848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/ 8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DAY TO DAY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60120"/>
            <a:ext cx="10515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it actually looks like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68680" y="2057400"/>
            <a:ext cx="104241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Briefs go in, status comes out - in the same format, every time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Multiple agents work in parallel across apps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surprise becomes a written lesson before the day ends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founder is the bottleneck for judgment, not execution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69848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 / 8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NUMBERS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60120"/>
            <a:ext cx="10515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scoreboard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68680" y="2057400"/>
            <a:ext cx="104241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30+ production Android apps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 AI agents under quality-gated releases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open-source frameworks, 8.7K+ LOC combined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intent router accuracy on validation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69848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 / 8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5544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spc="4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TAKEAWAY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2286000"/>
            <a:ext cx="105156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 the company around the protocol, not the hero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822960" y="420624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agents are the workforce. The protocols are the company. · rezalianvatiady.github.io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69848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/ 8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Zalin Labs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Zalin Labs: One Founder, Nine AI Agents, 30+ Apps</dc:title>
  <dc:subject>PptxGenJS Presentation</dc:subject>
  <dc:creator>Rezalian Vatiady</dc:creator>
  <cp:lastModifiedBy>Rezalian Vatiady</cp:lastModifiedBy>
  <cp:revision>1</cp:revision>
  <dcterms:created xsi:type="dcterms:W3CDTF">2026-09-23T12:19:32Z</dcterms:created>
  <dcterms:modified xsi:type="dcterms:W3CDTF">2026-09-23T12:19:32Z</dcterms:modified>
</cp:coreProperties>
</file>