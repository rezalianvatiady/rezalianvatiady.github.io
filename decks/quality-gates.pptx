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Findings per 100 (illustrative)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Control does nothing</c:v>
                  </c:pt>
                  <c:pt idx="1">
                    <c:v>Label vs behavior mismatch</c:v>
                  </c:pt>
                  <c:pt idx="2">
                    <c:v>Broken offline state</c:v>
                  </c:pt>
                  <c:pt idx="3">
                    <c:v>Stale link or target</c:v>
                  </c:pt>
                  <c:pt idx="4">
                    <c:v>Layout defect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</c:v>
                </c:pt>
                <c:pt idx="1">
                  <c:v>26</c:v>
                </c:pt>
                <c:pt idx="2">
                  <c:v>18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Blockers caught at the gate (illustrative)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Release 1</c:v>
                  </c:pt>
                  <c:pt idx="1">
                    <c:v>Release 2</c:v>
                  </c:pt>
                  <c:pt idx="2">
                    <c:v>Release 3</c:v>
                  </c:pt>
                  <c:pt idx="3">
                    <c:v>Release 4</c:v>
                  </c:pt>
                  <c:pt idx="4">
                    <c:v>Release 5</c:v>
                  </c:pt>
                  <c:pt idx="5">
                    <c:v>Release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7</c:v>
                </c:pt>
                <c:pt idx="2">
                  <c:v>5</c:v>
                </c:pt>
                <c:pt idx="3">
                  <c:v>4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Blockers escaped to production (illustrative)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Release 1</c:v>
                  </c:pt>
                  <c:pt idx="1">
                    <c:v>Release 2</c:v>
                  </c:pt>
                  <c:pt idx="2">
                    <c:v>Release 3</c:v>
                  </c:pt>
                  <c:pt idx="3">
                    <c:v>Release 4</c:v>
                  </c:pt>
                  <c:pt idx="4">
                    <c:v>Release 5</c:v>
                  </c:pt>
                  <c:pt idx="5">
                    <c:v>Release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Dead-button sweep</c:v>
                </c:pt>
                <c:pt idx="1">
                  <c:v>Golden path walk</c:v>
                </c:pt>
                <c:pt idx="2">
                  <c:v>Offline &amp; edge checks</c:v>
                </c:pt>
                <c:pt idx="3">
                  <c:v>Evidence &amp; reports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"Quality Gates for AI-Generated Software".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The risk: machine-speed code without machine-speed judgment; Four gates, defined operationally with pass conditions and evidence; How the gates run inside the build-gate-promote-record pipeline; What enforcement looks like when a gate fails; What this buys: 30+ apps shipped, updated, and supported | Transition: next up - "AI writes code at machine speed - and debt at machine pace".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AI writes code at machine speed - and debt at machine pace | Talk track: Unreviewed speed is technical debt at machine pace. | Transition: next up - "The system the gates protect".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the gates protect | Talk track: Numbers from the public portfolio and published build logs. | Transition: next up - "Where the gates sit: build, gate, promote, record".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Where the gates sit: build, gate, promote, record | Talk track: With 30+ apps you do not maintain apps - you maintain the pipeline. | Transition: next up - "Four gates, defined operationally".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defined operationally | Talk track: A status field is not evidence - the artifact is what makes the pass auditable. | Transition: next up - "The golden path and the dead-button sweep".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golden path and the dead-button sweep | Talk track: One most-important journey, swept screens, zero exceptions. | Transition: next up - "What a dead-button sweep actually catches".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a dead-button sweep actually catches | Insight: The most common finding is an element that renders perfectly and does nothing - invisible to a passing test suite, obvious to a sweep. | Talk track: Illustrative incident mix consistent with agent screen sweeps across 30+ apps. | Transition: next up - "Version-and-backup and physical evidence".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Version-and-backup and physical evidence | Talk track: Archive first, promote second - the previous version is always one step away. | Transition: next up - "Gates front-load the pain, then the escapes go to zero".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Gates front-load the pain, then the escapes go to zero | Insight: Early releases catch the most, and escapes trend to zero as specs and sweeps mature - the gate gets smarter with every run. | Talk track: Illustrative trend for one app's first six gated releases; the point is the direction, not the decimals. | Transition: next up - "Speed without gates versus speed with gates".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Speed without gates versus speed with gates | Talk track: Same speed, opposite trajectory - the gates decide which one you get. | Transition: next up - "Where QA agent time goes on each release".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Where QA agent time goes on each release | Insight: Most QA effort is systematic sweeping - repeatable work agents do reliably, which is why the discipline actually happens every release. | Talk track: Illustrative effort split across the four gates for a routine release. | Transition: next up - "A gate that cannot stop traffic is not a gate".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gate that cannot stop traffic is not a gate | Talk track: Make honesty cheaper than lying, and the easy path becomes the correct path. | Transition: next up - "Ship fast without shipping junk".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Ship fast without shipping junk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QUALITY ENGINEERING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Gates for AI-Generated Software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non-negotiables behind 30+ production apps shipped by a team of one plus nine agents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risk: machine-speed code without machine-speed judgment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gates, defined operationally with pass conditions and evidence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gates run inside the build-gate-promote-record pipeline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enforcement looks like when a gate fails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buys: 30+ apps shipped, updated, and supported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RISK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writes code at machine speed - and debt at machine pace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changed the cost of writing code; it did not change the cost of shipping junk - that bill still comes due, with interest.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failure mode is not a crash: it is a button that does nothing and a flow that silently skips validation.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Silent skips, unbumped versions, and flows that lie are invisible to a green test suite.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Gates turn speed from a liability into an asset by making honesty cheaper than lying.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Unreviewed speed is technical debt at machine pace.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system the gates protect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apps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Shipped, updated, and supported through the gated pipeline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agents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sweeps and evidence collection run on every release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51/52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checks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in the live ZalinOS platform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Router accuracy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30-query intent-router validation set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Numbers from the public portfolio and published build logs.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gates sit: build, gate, promote, record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075792" y="2331720"/>
            <a:ext cx="2331720" cy="2697480"/>
          </a:xfrm>
          <a:prstGeom prst="roundRect">
            <a:avLst>
              <a:gd name="adj" fmla="val 2745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3808" y="2450592"/>
            <a:ext cx="207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03808" y="2834640"/>
            <a:ext cx="20756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03808" y="3584448"/>
            <a:ext cx="20756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agents produce versioned builds from structured specs.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212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3645256" y="2331720"/>
            <a:ext cx="2331720" cy="2697480"/>
          </a:xfrm>
          <a:prstGeom prst="roundRect">
            <a:avLst>
              <a:gd name="adj" fmla="val 2745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3272" y="2450592"/>
            <a:ext cx="207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73272" y="2834640"/>
            <a:ext cx="20756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73272" y="3584448"/>
            <a:ext cx="20756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walks the golden path, sweeps for dead buttons, and checks offline behavior.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990692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4720" y="2331720"/>
            <a:ext cx="2331720" cy="2697480"/>
          </a:xfrm>
          <a:prstGeom prst="roundRect">
            <a:avLst>
              <a:gd name="adj" fmla="val 2745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2736" y="2450592"/>
            <a:ext cx="207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42736" y="2834640"/>
            <a:ext cx="20756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2736" y="3584448"/>
            <a:ext cx="20756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versions land in one place the owner always knows - no scatter, no surprises.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5601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8784184" y="2331720"/>
            <a:ext cx="2331720" cy="2697480"/>
          </a:xfrm>
          <a:prstGeom prst="roundRect">
            <a:avLst>
              <a:gd name="adj" fmla="val 2745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2200" y="2450592"/>
            <a:ext cx="207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12200" y="2834640"/>
            <a:ext cx="20756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912200" y="3584448"/>
            <a:ext cx="207568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app keeps a status file: features, version history, decisions.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30+ apps you do not maintain apps - you maintain the pipeline.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GATES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gates, defined operationally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Gate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Pass condition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· Golden path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Walk the single most important user journey end-to-end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Journey completes with no blockers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Run log per release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· Zero dead buttons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Agents sweep every screen and interactive element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control does what it claims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Sweep report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· Version + backup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Increment the version and archive the previous build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Bumped and archived before promote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Backup archive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· Physical evidence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Prove the pass with an artifact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stranger could audit it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Log, file, screenshot, or marker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status field is not evidence - the artifact is what makes the pass auditable.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 1 &amp;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golden path and the dead-button sweep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1: every release walks the single most important user journey end-to-end - if it breaks, the build does not ship.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golden path check is boring, repeatable, and non-negotiable; that is exactly why it works.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2: agents sweep every screen so every button, link, and toggle does what it claims or gets removed.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interactive element that lies is a bug, full stop - and offline behavior gets checked too.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most-important journey, swept screens, zero exceptions.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2 IN NUMBERS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dead-button sweep actually catches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most common finding is an element that renders perfectly and does nothing - invisible to a passing test suite, obvious to a sweep.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incident mix consistent with agent screen sweeps across 30+ apps.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GATES 3 &amp;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Version-and-backup and physical evidence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3: no release without a version increment, and the previous version is archived before the new one ships.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is a normal Tuesday, not an emergency - this one rule has saved more projects than any clever architecture.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 4: passing means a log, a file, a screenshot, or a marker - something a stranger could audit.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status field is not evidence; agents behave differently when they know someone will check the artifacts.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Archive first, promote second - the previous version is always one step away.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DISCIPLINE OVER TIME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Gates front-load the pain, then the escapes go to zero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Early releases catch the most, and escapes trend to zero as specs and sweeps mature - the gate gets smarter with every run.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trend for one app's first six gated releases; the point is the direction, not the decimals.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DIFFERENCE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Speed without gates versus speed with gates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Ungated AI speed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Debt compounds at machine pace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button that does nothing ships silently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is an emergency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run the test suite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Gated AI speed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 walks the golden path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sweep every screen for liars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 is a normal Tuesday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 stranger could audit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speed, opposite trajectory - the gates decide which one you get.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QA EFFORT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QA agent time goes on each release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Most QA effort is systematic sweeping - repeatable work agents do reliably, which is why the discipline actually happens every release.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split across the four gates for a routine release.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ENFORCEMENT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gate that cannot stop traffic is not a gate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blocked item equals no deploy - the gate is only real if it can stop the line.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'just this once': exceptions are how gates die, quietly and permanently.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never approve their own releases - flagged decisions route through a human approval queue.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recorded where reviewers can actually find it, not scattered across chats.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honesty cheaper than lying, and the easy path becomes the correct path.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fast without shipping junk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 discipline that ships 30+ apps is available for your product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audit and harden AI-generated codebases: golden path, sweeps, evidence trails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your current release process - I will tell you where it lies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 Gates for AI-Generated Software</dc:title>
  <dc:subject>PptxGenJS Presentation</dc:subject>
  <dc:creator>Rezalian Vatiady</dc:creator>
  <cp:lastModifiedBy>Rezalian Vatiady</cp:lastModifiedBy>
  <cp:revision>1</cp:revision>
  <dcterms:created xsi:type="dcterms:W3CDTF">2026-09-23T19:21:28Z</dcterms:created>
  <dcterms:modified xsi:type="dcterms:W3CDTF">2026-09-23T19:21:28Z</dcterms:modified>
</cp:coreProperties>
</file>