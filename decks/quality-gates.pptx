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for AI-generated software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release discipline behind 30+ production apps · Rezalian Vatiady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writes code at machine speed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Unreviewed speed is technical debt at machine pace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mode is subtle: a button that does nothing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skips, unbumped versions, flows that lie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 turn speed from a liability into an asset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golden path must 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most-important user journey per app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Walked end-to-end every release, no exceptions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breaks, nothing else matters - the build stops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Boring, repeatable, non-negotiable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dead buttons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interactive element does what it claims or gets removed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sweep every screen systematically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element that lies is a bug, full stop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behavior gets checked too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bump plus backup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release without a version increment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previous version is archived before the new one ships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is a normal procedure, not an emergency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rule has saved more projects than any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evidence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means a log, file, screenshot, or marker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Something a stranger could audit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status field is not evidence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behave differently when proof is mandatory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 that cannot stop traffic is not a gate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blocked item = no deploy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'just this once' - that is how gates die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recorded where reviewers can find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honesty cheaper than lying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the system so the easy path and the correct path are the same path. · rezalianvatiady.github.io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55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Gates for AI-Generated Software</dc:title>
  <dc:subject>PptxGenJS Presentation</dc:subject>
  <dc:creator>Rezalian Vatiady</dc:creator>
  <cp:lastModifiedBy>Rezalian Vatiady</cp:lastModifiedBy>
  <cp:revision>1</cp:revision>
  <dcterms:created xsi:type="dcterms:W3CDTF">2026-09-23T12:19:32Z</dcterms:created>
  <dcterms:modified xsi:type="dcterms:W3CDTF">2026-09-23T12:19:32Z</dcterms:modified>
</cp:coreProperties>
</file>