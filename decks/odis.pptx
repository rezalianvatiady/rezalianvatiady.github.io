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SOURCE · 4,305 LOC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Data Intelligence Suite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Ingest, clean, enrich, report - without rewriting the glue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work repeats itself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project starts by rebuilding the same skeleton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Collect, clean, transform, export - always the same shape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Glue code is where quality quietly dies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ODIS standardizes the skeleton so judgment gets the attention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pipeline, as first-class citizens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Ingestion - files, APIs, and scrapes into a common shape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Cleaning - schema checks, dedup, normalization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Enrichment - joins and derived features without spaghetti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and reporting - outputs analysts actually want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Principles that survived production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Composable pipelines over monolithic scripts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Schema-first: validate at every seam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Local-first: your data never has to leave the machine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Readable output: logs a human can audit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PRODUCTION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ODIS earns its keep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 data apps across the Zalin Labs suite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Feeds BI and analytics client workflows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4,305 lines maintained by an agent team under quality gates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source: the stranger who reads it makes it better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OPEN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releasing it changed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code cannot survive vague assumptions - schemas got stricter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Errors became clearer because strangers read them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got honest because strangers rely on it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internal pipeline improved the same week it went public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is heading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connectors for common sources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Lightweight visualization exports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Deeper agent integration - pipelines as agent tools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the boring 70%, spend on the brilliant 30%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ODIS is open source and production-ready.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Data Intelligence Suite (ODIS)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