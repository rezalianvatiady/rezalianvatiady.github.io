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3B82F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Cleaning</c:v>
                </c:pt>
                <c:pt idx="1">
                  <c:v>Ingestion</c:v>
                </c:pt>
                <c:pt idx="2">
                  <c:v>Enrichment</c:v>
                </c:pt>
                <c:pt idx="3">
                  <c:v>Export and reporting</c:v>
                </c:pt>
                <c:pt idx="4">
                  <c:v>Actual analysis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20</c:v>
                </c:pt>
                <c:pt idx="2">
                  <c:v>10</c:v>
                </c:pt>
                <c:pt idx="3">
                  <c:v>10</c:v>
                </c:pt>
                <c:pt idx="4">
                  <c:v>30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codebase %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Cleaning</c:v>
                  </c:pt>
                  <c:pt idx="1">
                    <c:v>Ingestion</c:v>
                  </c:pt>
                  <c:pt idx="2">
                    <c:v>Enrichment</c:v>
                  </c:pt>
                  <c:pt idx="3">
                    <c:v>Export and reporting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Glue hours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Kickoff</c:v>
                  </c:pt>
                  <c:pt idx="1">
                    <c:v>Week 1</c:v>
                  </c:pt>
                  <c:pt idx="2">
                    <c:v>Week 2</c:v>
                  </c:pt>
                  <c:pt idx="3">
                    <c:v>Week 3</c:v>
                  </c:pt>
                  <c:pt idx="4">
                    <c:v>Wrap-up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9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Analysis hours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Kickoff</c:v>
                  </c:pt>
                  <c:pt idx="1">
                    <c:v>Week 1</c:v>
                  </c:pt>
                  <c:pt idx="2">
                    <c:v>Week 2</c:v>
                  </c:pt>
                  <c:pt idx="3">
                    <c:v>Week 3</c:v>
                  </c:pt>
                  <c:pt idx="4">
                    <c:v>Wrap-up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OPEN SOURCE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Data Intelligence Suite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Ingest, clean, enrich, report - without rewriting the glue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glue problem that kills most data projects before the insight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modules: ingest, clean, enrich, export and report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principles that survived production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open-sourcing 4,305 lines changed in the code itself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ODIS runs today - and where it is heading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work repeats itself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engagement starts by rebuilding the same skeleton from scratch.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Collect, clean, transform, export - the shape never changes, only the sources do.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Glue code is where quality quietly dies: unvalidated joins, silent dedup, mystery exports.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interesting 30% of data work loses its time to the boring 70%.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standardizes the skeleton so judgment gets the attention.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data projects do not die from hard problems - they die from repeated ones.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pipeline, as first-class citizens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2056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02056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Files, APIs, and scrapes land in a common, schema-checked shape.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726284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78328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78328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validation, deduplication, and normalization - no silent assumptions.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9025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4600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4600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Joins and derived features without spaghetti SQL or hidden dependencies.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0788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30872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0872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Formats downstream tools actually want, contract-tested per output.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9255100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7144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07144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Readable outputs and logs a human can audit without a decoder ring.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module is composable - use one, or run the whole pipeline.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FRAMEWORK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enough to read, strong enough to run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4,305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Lines, open source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glue code you never have to write again.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modules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Ingestion, cleaning, enrichment, export and reporting.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Effort standardized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repetitive part of data work, handled by the framework.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leaving the machine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by design - your datasets stay on your hardware.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Built for freelancers and small teams who need BI-grade hygiene without a platform team.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EFFORT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a typical engagement's effort used to go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70% of the effort was skeleton - ODIS exists to hand that time back to the 30% that produces insight.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distribution behind the 'boring 70%' framing.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module ships with guardrails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handles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Guardrails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Ingestion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Files, APIs, and scrapes into a common shape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 checked on arrival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Deduplication and normalization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Sanity ranges on every column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Enrichment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Joins and derived features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Validated keys, explicit assumptions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Export and reporting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Analyst-ready outputs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Contract-tested formats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lives at every seam - data cannot cross a boundary unchecked.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Principles that survived production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Composable pipelines over monolithic scripts - every stage runs, logs, and fails on its own.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Schema-first: data is validated at every seam, not audited after the damage.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Local-first: your data never has to leave the machine to be processed well.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Readable output: logs and errors a human can audit months later.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in the framework depends on a service that can bill you mid-pipeline.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Heavyweight magic loses to boring, inspectable mechanics.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CODEBASE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4,305 lines actually live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boring modules carry the most code - they get the most engineering, so the interesting modules stay simple.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module shares; the weighting reflects where correctness matters most.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OPEN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releasing it changed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3035808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Schemas stricter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code cannot survive vague assumptions - every schema got explicit.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4398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9758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758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Errors clearer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49758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 were rewritten for strangers who do not share the author's context.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9866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226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5226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honest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5226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stopped describing intentions and started describing behavior.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75334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0694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week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0694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pipeline improved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80694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internal version got more reliable the same week it went public.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fastest way to improve internal tools is to pretend a stranger will read them - open source makes the stranger real.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/ AFTER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glue code vs open-source framework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glue code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Vague assumptions survive because nobody checks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Errors only the author can decode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is a best-effort afterthought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depends on the mood of the deadline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Open-source framework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Assumptions must hold for people you will never meet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Errors written so anyone can act on them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that strangers actually rely on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enforced by gates, not goodwill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Releasing it was a forcing function - the code got better because it had to.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ODIS earns its keep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powers data apps across the Zalin Labs suite, from ingestion to reporting.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feeds BI and analytics workflows for client engagements.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4,305 lines maintained by an agent team under quality gates.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sources plug in - they do not fork the framework.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open source: the stranger who reads it makes it better.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Production-ready means it ships in work a client is paying for.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Hours per engagement: glue vs analysis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Once the skeleton runs itself, the hours shift from glue to the analysis clients are actually paying for.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pattern on an engagement running ODIS from kickoff.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is heading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connectors for the sources every engagement seems to bring.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Lightweight visualization exports for outputs that speak for themselves.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Deeper agent integration: ODIS pipelines exposed as tools any agent can call.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roadmap is public, like the code - priorities set by what users hit first.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in the open, shipped in the open.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the boring 70%, spend on the brilliant 30%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paying engineers to rewrite the same pipeline every contract.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is open source and production-ready - inspect the code before we ever talk.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your pipeline pain; leave with a running, validated skeleton.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Data Intelligence Suite (ODIS)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