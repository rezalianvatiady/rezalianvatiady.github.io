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 structured memory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Intent routing</c:v>
                  </c:pt>
                  <c:pt idx="1">
                    <c:v>Status reports</c:v>
                  </c:pt>
                  <c:pt idx="2">
                    <c:v>Doc drafting</c:v>
                  </c:pt>
                  <c:pt idx="3">
                    <c:v>JSON extraction</c:v>
                  </c:pt>
                  <c:pt idx="4">
                    <c:v>Open reasoning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95</c:v>
                </c:pt>
                <c:pt idx="1">
                  <c:v>90</c:v>
                </c:pt>
                <c:pt idx="2">
                  <c:v>88</c:v>
                </c:pt>
                <c:pt idx="3">
                  <c:v>92</c:v>
                </c:pt>
                <c:pt idx="4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vague context</c:v>
                </c:pt>
              </c:strCache>
            </c:strRef>
          </c:tx>
          <c:spPr>
            <a:solidFill>
              <a:srgbClr val="06B6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Intent routing</c:v>
                  </c:pt>
                  <c:pt idx="1">
                    <c:v>Status reports</c:v>
                  </c:pt>
                  <c:pt idx="2">
                    <c:v>Doc drafting</c:v>
                  </c:pt>
                  <c:pt idx="3">
                    <c:v>JSON extraction</c:v>
                  </c:pt>
                  <c:pt idx="4">
                    <c:v>Open reasoning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70</c:v>
                </c:pt>
                <c:pt idx="1">
                  <c:v>55</c:v>
                </c:pt>
                <c:pt idx="2">
                  <c:v>50</c:v>
                </c:pt>
                <c:pt idx="3">
                  <c:v>60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06B6D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Build &amp; maintain</c:v>
                </c:pt>
                <c:pt idx="1">
                  <c:v>QA &amp; gates</c:v>
                </c:pt>
                <c:pt idx="2">
                  <c:v>Docs &amp; memory</c:v>
                </c:pt>
                <c:pt idx="3">
                  <c:v>Coordination</c:v>
                </c:pt>
                <c:pt idx="4">
                  <c:v>Research &amp; data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20</c:v>
                </c:pt>
                <c:pt idx="2">
                  <c:v>15</c:v>
                </c:pt>
                <c:pt idx="3">
                  <c:v>10</c:v>
                </c:pt>
                <c:pt idx="4">
                  <c:v>20</c:v>
                </c:pt>
              </c:numCache>
            </c:numRef>
          </c:val>
        </c:ser>
        <c:firstSliceAng val="0"/>
        <c:holeSize val="62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set accuracy (%)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80</c:v>
                </c:pt>
                <c:pt idx="2">
                  <c:v>87</c:v>
                </c:pt>
                <c:pt idx="3">
                  <c:v>93</c:v>
                </c:pt>
                <c:pt idx="4">
                  <c:v>97</c:v>
                </c:pt>
                <c:pt idx="5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PLATFORM · AI ENGINEERING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ZalinOS: A Local-First AI Agent Operating System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402336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modular agent operating system that runs a real software company - 100% locally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44068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9612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12264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12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35608" y="20574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one founder needed an operating system, not another chatbot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68680" y="3044952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44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2990088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five-layer architecture on a single machine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68680" y="3977640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776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35608" y="3922776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intent router: 100% accuracy on a 30-query validation set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355080" y="2112264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12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22008" y="20574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memory: rules, status, lessons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355080" y="3044952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044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22008" y="2990088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gates and the 9-agent workforce they hold together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355080" y="3977640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55080" y="39776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22008" y="3922776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scoreboard: 30+ apps and 8.7K+ lines of open-source frameworks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person cannot scale execution - until the architecture changes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task you do yourself is a task you cannot parallelize, and a company is a queue of tasks.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APIs meter every thought, so iteration gets taxed and agents learn to be stingy.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data, credentials, and client material deserve to stay on your own machine.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answer is not a smarter chatbot; it is an operating system that routes, remembers, and enforces.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ZalinOS was designed as infrastructure, not as a demo.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layers, one machine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74040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2056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02056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Kernel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02056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Intent routing, policy, and agent lifecycle for the whole platform.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2726284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12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8328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078328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workforce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078328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Nine specialist agents with scoped mandates, from engineering to OSINT.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4902556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6584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4600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254600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memory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254600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Rules, status, and lessons in strict formats every agent reads before working.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078828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856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0872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30872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gates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430872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ships without evidence - gates that can actually stop the line.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9255100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9128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7144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7144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runtime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9607144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Ollama serving Qwen 2.5:7b; no API keys and no data egress.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layer is replaceable; the contracts between layers are not.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SCOREBOARD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system is measured, not vibes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Router accuracy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0584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a 30-query validation set built from real daily phrasings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2044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51/52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checks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70332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one miss exposed a category boundary - which got sharpened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9+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agents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Scoped mandates, per-agent queues, one shared memory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1540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8.7K+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 open source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09828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production frameworks maintained under the same gates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Every number on this slide is readable from artifacts, not from a status field.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MODEL QUESTION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bottleneck was never model intelligence - it was context quality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The same 7B model produced mediocre output with vague context and excellent output with structured memory.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Task-quality index, illustrative - consistent with six months of production behavior.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memory, not a text dump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Rules are binding and append-only: true until changed, versioned, never silently edited.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is current truth: overwritten constantly, always what is happening right now.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Lessons are incident reports: what broke, why, and the fix, attached to evidence.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agent reads all three before starting work, so every session starts with the full picture.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Retrieval gives you text that looks relevant; structure gives you facts that are current.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day of agent work is mostly well-specified, repeatable work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That is exactly the work agents do reliably - and exactly the work that used to consume the founder.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effort distribution across the 9-agent workforce.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QUALITY GATES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gates plus one rule: a blocker stops the line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Gate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Enforcement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Golden path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single most important user journey works end-to-end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If it breaks, the build does not ship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Zero dead buttons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interactive element does what it claims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Anything that lies is fixed or removed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Version bump + backup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Version increments and the previous build is archived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Rollback is routine, not an emergency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Physical evidence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log, file, or marker a stranger could audit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status field is not evidence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rule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blocked item means no deploy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exceptions and no just-this-once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Gates turn machine-speed output from a liability into an asset.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FRONT DOOR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Routing accuracy is a number, read after every change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Fewer categories with sharper edges took a small local model to 100% on 30 real queries.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today: 51/52 automated checks passing; the single miss was a genuinely ambiguous query.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TRADE-OFFS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Local-first is a decision, not a religion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24028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local-first gives up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frontier-model ceiling on the hardest reasoning tasks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 planning becomes your responsibility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 conveniences you now build yourself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6291072" y="20116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24028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buys back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Flat cost: iteration is free, so agents re-check and document freely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Privacy: business data never leaves the machine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Reliability: no rate limits and no 2 a.m. deprecations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an always-on operational workforce, the trade is not close.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WORKFORCE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Nine scoped agents beat one generalist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 agents build and maintain apps end-to-end, from structured specs to shipped builds.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QA, PM, and Docs agents enforce the gate, track status, and make sure the company never forgets.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Specialists cover data, GIS, OSINT, and system watching, using public data with strict provenance.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agent has a scoped mandate, its own queue, and the same shared memory.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general chatbot can attempt anything; a scoped agent does one thing repeatably.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building an agent OS actually taught me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Routing is the real intelligence: a small model with an excellent router beats a giant model guessing.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Free-form memory rots; structured memory compounds, because format is governance.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Prompts are suggestions and protocols are law: binding, versioned rules outlive phrasing.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the system so intelligence is fungible, and the model brand stops mattering.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intelligence ceiling matters less than the system design around it.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Want architecture like this on your team?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429000"/>
            <a:ext cx="8183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design and build local-first AI agent systems, from routing and memory to quality gates.</a:t>
            </a:r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also take BI, data engineering, and web scraping projects worldwide via Upwork.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7667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ZalinOS: A Local-First AI Agent Operating System</dc:title>
  <dc:subject>PptxGenJS Presentation</dc:subject>
  <dc:creator>Rezalian Vatiady</dc:creator>
  <cp:lastModifiedBy>Rezalian Vatiady</cp:lastModifiedBy>
  <cp:revision>1</cp:revision>
  <dcterms:created xsi:type="dcterms:W3CDTF">2026-09-23T14:49:06Z</dcterms:created>
  <dcterms:modified xsi:type="dcterms:W3CDTF">2026-09-23T14:49:06Z</dcterms:modified>
</cp:coreProperties>
</file>