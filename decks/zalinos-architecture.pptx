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structured memory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90</c:v>
                </c:pt>
                <c:pt idx="2">
                  <c:v>88</c:v>
                </c:pt>
                <c:pt idx="3">
                  <c:v>92</c:v>
                </c:pt>
                <c:pt idx="4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vague context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55</c:v>
                </c:pt>
                <c:pt idx="2">
                  <c:v>50</c:v>
                </c:pt>
                <c:pt idx="3">
                  <c:v>60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Build &amp; maintain</c:v>
                </c:pt>
                <c:pt idx="1">
                  <c:v>QA &amp; gates</c:v>
                </c:pt>
                <c:pt idx="2">
                  <c:v>Docs &amp; memory</c:v>
                </c:pt>
                <c:pt idx="3">
                  <c:v>Coordination</c:v>
                </c:pt>
                <c:pt idx="4">
                  <c:v>Research &amp; data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20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set accuracy (%)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80</c:v>
                </c:pt>
                <c:pt idx="2">
                  <c:v>87</c:v>
                </c:pt>
                <c:pt idx="3">
                  <c:v>93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"ZalinOS: A Local-First AI Agent Operating System".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one founder needed an operating system, not another chatbot; The five-layer architecture on a single machine; The intent router: 100% accuracy on a 30-query validation set; Structured memory: rules, status, lessons; Quality gates and the 9-agent workforce they hold together; The scoreboard: 30+ apps and 8.7K+ lines of open-source frameworks | Transition: next up - "One person cannot scale execution - until the architecture changes".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person cannot scale execution - until the architecture changes | Talk track: ZalinOS was designed as infrastructure, not as a demo. | Transition: next up - "Five layers, one machine".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Five layers, one machine | Talk track: Each layer is replaceable; the contracts between layers are not. | Transition: next up - "The system is measured, not vibes".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is measured, not vibes | Talk track: Every number on this slide is readable from artifacts, not from a status field. | Transition: next up - "The bottleneck was never model intelligence - it was context quality".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bottleneck was never model intelligence - it was context quality | Insight: The same 7B model produced mediocre output with vague context and excellent output with structured memory. | Talk track: Task-quality index, illustrative - consistent with six months of production behavior. | Transition: next up - "Structured memory, not a text dump".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Structured memory, not a text dump | Talk track: Retrieval gives you text that looks relevant; structure gives you facts that are current. | Transition: next up - "A day of agent work is mostly well-specified, repeatable work".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day of agent work is mostly well-specified, repeatable work | Insight: That is exactly the work agents do reliably - and exactly the work that used to consume the founder. | Talk track: Illustrative effort distribution across the 9-agent workforce. | Transition: next up - "Four gates plus one rule: a blocker stops the line".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 plus one rule: a blocker stops the line | Talk track: Gates turn machine-speed output from a liability into an asset. | Transition: next up - "Routing accuracy is a number, read after every change".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Routing accuracy is a number, read after every change | Insight: Fewer categories with sharper edges took a small local model to 100% on 30 real queries. | Talk track: Production today: 51/52 automated checks passing; the single miss was a genuinely ambiguous query. | Transition: next up - "Local-first is a decision, not a religion".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Local-first is a decision, not a religion | Talk track: For an always-on operational workforce, the trade is not close. | Transition: next up - "Nine scoped agents beat one generalist".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Nine scoped agents beat one generalist | Talk track: A general chatbot can attempt anything; a scoped agent does one thing repeatably. | Transition: next up - "What building an agent OS actually taught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building an agent OS actually taught me | Talk track: The intelligence ceiling matters less than the system design around it. | Transition: next up - "Want architecture like this on your team?".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Want architecture like this on your team?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AI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ZalinOS: A Local-First AI Agent Operating System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modular agent operating system that runs a real software company - 100% locally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one founder needed an operating system, not another chatbot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five-layer architecture on a single machine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intent router: 100% accuracy on a 30-query validation set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memory: rules, status, lessons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and the 9-agent workforce they hold together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585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scoreboard: 30+ apps and 8.7K+ lines of open-source frameworks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person cannot scale execution - until the architecture changes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task you do yourself is a task you cannot parallelize.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APIs meter every thought, so iteration gets taxed and agents learn to be stingy.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data, credentials, and client material deserve to stay on your own machine.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 is not a smarter chatbot; it is an operating system that routes, remembers, and enforces.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 was designed as infrastructure, not as a demo.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layers, one machine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Kernel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 routing, policy, and agent lifecycle for the whole platform.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workforce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specialist agents with scoped mandates, from engineering to OSINT.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Rules, status, and lessons in strict formats every agent reads before working.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ships without evidence - gates that can actually stop the line.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runtime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serving Qwen 2.5:7b; no API keys and no data egress.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layer is replaceable; the contracts between layers are not.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SCOREBOARD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is measured, not vibes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30-query validation set built from real daily phrasings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miss exposed a category boundary - which got sharpened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Scoped mandates, per-agent queues, one shared memory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 open 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production frameworks maintained under the same gates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Every number on this slide is readable from artifacts, not from a status field.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QUESTION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bottleneck was never model intelligence - it was context quality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same 7B model produced mediocre output with vague context and excellent output with structured memory.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Task-quality index, illustrative - consistent with six months of production behavior.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memory, not a text dump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are binding and append-only: true until changed, versioned, never silently edited.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is current truth: overwritten constantly, always what is happening right now.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are incident reports: what broke, why, and the fix, attached to evidence.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reads all three before starting work, so every session starts with the full picture.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Retrieval gives you text that looks relevant; structure gives you facts that are current.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day of agent work is mostly well-specified, repeatable work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That is exactly the work agents do reliably - and exactly the work that used to consume the founder.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distribution across the 9-agent workforce.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GATES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 plus one rule: a blocker stops the line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Enforcement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Golden path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single most important user journey works end-to-end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it breaks, the build does not ship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 dead buttons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interactive element does what it claims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Anything that lies is fixed or removed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bump + backup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increments and the previous build is archived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Rollback is routine, not an emergency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Physical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log, file, or marker a stranger could audit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status field is not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rule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blocked item means no deploy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exceptions and no just-this-once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machine-speed output from a liability into an asset.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FRONT DOOR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accuracy is a number, read after every change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Fewer categories with sharper edges took a small local model to 100% on 30 real queries.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today: 51/52 automated checks passing; the single miss was a genuinely ambiguous query.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TRADE-OFFS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is a decision, not a religion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local-first gives up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frontier-model ceiling on the hardest reasoning tasks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planning becomes your responsibility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conveniences you now build yourself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buys 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Flat cost: iteration is free, so agents re-check and document freely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Privacy: business data never leaves the machine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Reliability: no rate limits and no 2 a.m. deprecations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an always-on operational workforce, the trade is not close.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WORKFORCE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scoped agents beat one generalist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build and maintain apps end-to-end, from structured specs to shipped builds.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QA, PM, and Docs agents enforce the gate, track status, and make sure the company never forgets.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Specialists cover data, GIS, OSINT, and system watching, using public data with strict provenance.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has a scoped mandate, its own queue, and the same shared memory.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general chatbot can attempt anything; a scoped agent does one thing repeatably.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building an agent OS actually taught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is the real intelligence: a small model with an excellent router beats a giant model guessing.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memory rots; structured memory compounds, because format is governance.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 are suggestions and protocols are law: binding, versioned rules outlive phrasing.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the system so intelligence is fungible, and the model brand stops mattering.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intelligence ceiling matters less than the system design around it.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architecture like this on your team?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and build local-first AI agent systems, from routing and memory to quality gates.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also take BI, data engineering, and web scraping projects worldwide via Upwork.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ZalinOS: A Local-First AI Agent Operating System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