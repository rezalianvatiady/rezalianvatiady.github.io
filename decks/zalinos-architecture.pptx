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ZALIN PLATFORM · R&amp;D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ZalinOS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modular AI agent operating system running 100% locally · Rezalian Vatiady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person cannot scale execution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task you do yourself is a task you cannot parallelize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APIs meter every thought - iteration becomes expensive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data deserves to stay on your machine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is not another chatbot. It is an operating system for agents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layers, one machine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Kernel - intent routing, policy, agent lifecycle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modules - GIS, OSINT, Data, Coding, Builder, PM, QA, Docs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memory - rules, status, lessons in strict formats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 layer - nothing ships without evidence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model runtime - Ollama with Qwen 2.5:7b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FRONT DOOR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router: 100% on the validation set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real daily queries as the validation set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51/52 checks passing in production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written boundary definition per agent category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output - failures are debuggable, not mysterious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WORKFORCE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9+ specialist agents, scoped and reliable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agents build and maintain apps end-to-end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QA, PM, and Docs agents enforce, track, and remember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Specialists: GIS, OSINT, Data, system watching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agent: scoped mandate, own queue, shared memory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memory, not a text dump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- true until changed, append-only, versioned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- what is happening now, always overwritten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Lessons - what broke and the fix, attached to evidence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agent reads all three before starting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system ships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production Android apps under quality-gated releases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open-source frameworks: 8.7K+ lines combined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router accuracy, measurable and maintained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zero API cost - iteration is free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models + good orchestration = production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intelligence ceiling matters less than the system design around it · rezalianvatiady.github.io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ZalinOS: A Local-First AI Agent Operating System</dc:title>
  <dc:subject>PptxGenJS Presentation</dc:subject>
  <dc:creator>Rezalian Vatiady</dc:creator>
  <cp:lastModifiedBy>Rezalian Vatiady</cp:lastModifiedBy>
  <cp:revision>1</cp:revision>
  <dcterms:created xsi:type="dcterms:W3CDTF">2026-09-23T12:19:32Z</dcterms:created>
  <dcterms:modified xsi:type="dcterms:W3CDTF">2026-09-23T12:19:32Z</dcterms:modified>
</cp:coreProperties>
</file>